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D50A6-B898-446D-9990-C8915B719F9D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D56A0-2C8C-4D9A-A98D-D1032C086E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3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D50A6-B898-446D-9990-C8915B719F9D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D56A0-2C8C-4D9A-A98D-D1032C086E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45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D50A6-B898-446D-9990-C8915B719F9D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D56A0-2C8C-4D9A-A98D-D1032C086E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9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D50A6-B898-446D-9990-C8915B719F9D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D56A0-2C8C-4D9A-A98D-D1032C086E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D50A6-B898-446D-9990-C8915B719F9D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D56A0-2C8C-4D9A-A98D-D1032C086E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2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D50A6-B898-446D-9990-C8915B719F9D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D56A0-2C8C-4D9A-A98D-D1032C086E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23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D50A6-B898-446D-9990-C8915B719F9D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D56A0-2C8C-4D9A-A98D-D1032C086E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41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D50A6-B898-446D-9990-C8915B719F9D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D56A0-2C8C-4D9A-A98D-D1032C086E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33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D50A6-B898-446D-9990-C8915B719F9D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D56A0-2C8C-4D9A-A98D-D1032C086E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3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D50A6-B898-446D-9990-C8915B719F9D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D56A0-2C8C-4D9A-A98D-D1032C086E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0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D50A6-B898-446D-9990-C8915B719F9D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D56A0-2C8C-4D9A-A98D-D1032C086E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6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D50A6-B898-446D-9990-C8915B719F9D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D56A0-2C8C-4D9A-A98D-D1032C086E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6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bgerundetes Rechteck 20"/>
          <p:cNvSpPr/>
          <p:nvPr/>
        </p:nvSpPr>
        <p:spPr>
          <a:xfrm>
            <a:off x="347905" y="3409965"/>
            <a:ext cx="1549475" cy="2721726"/>
          </a:xfrm>
          <a:prstGeom prst="roundRect">
            <a:avLst>
              <a:gd name="adj" fmla="val 1329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uppieren 16"/>
          <p:cNvGrpSpPr/>
          <p:nvPr/>
        </p:nvGrpSpPr>
        <p:grpSpPr>
          <a:xfrm>
            <a:off x="8407412" y="118426"/>
            <a:ext cx="3704232" cy="1155574"/>
            <a:chOff x="7643972" y="488292"/>
            <a:chExt cx="3595956" cy="1155574"/>
          </a:xfrm>
        </p:grpSpPr>
        <p:sp>
          <p:nvSpPr>
            <p:cNvPr id="8" name="Rechteck 7"/>
            <p:cNvSpPr/>
            <p:nvPr/>
          </p:nvSpPr>
          <p:spPr>
            <a:xfrm>
              <a:off x="7643972" y="488292"/>
              <a:ext cx="3595956" cy="1155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Abgerundetes Rechteck 5"/>
            <p:cNvSpPr/>
            <p:nvPr/>
          </p:nvSpPr>
          <p:spPr>
            <a:xfrm>
              <a:off x="7785383" y="934948"/>
              <a:ext cx="1594923" cy="62672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tx1"/>
                  </a:solidFill>
                </a:rPr>
                <a:t>SuperNode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7643972" y="498565"/>
              <a:ext cx="1779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Client: Hospital 1</a:t>
              </a:r>
              <a:endParaRPr lang="en-US" dirty="0"/>
            </a:p>
          </p:txBody>
        </p:sp>
        <p:sp>
          <p:nvSpPr>
            <p:cNvPr id="9" name="Abgerundetes Rechteck 8"/>
            <p:cNvSpPr/>
            <p:nvPr/>
          </p:nvSpPr>
          <p:spPr>
            <a:xfrm>
              <a:off x="9745866" y="1058102"/>
              <a:ext cx="1144741" cy="38041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tx1"/>
                  </a:solidFill>
                </a:rPr>
                <a:t>ClientApp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Gerader Verbinder 10"/>
            <p:cNvCxnSpPr>
              <a:stCxn id="6" idx="3"/>
              <a:endCxn id="9" idx="1"/>
            </p:cNvCxnSpPr>
            <p:nvPr/>
          </p:nvCxnSpPr>
          <p:spPr>
            <a:xfrm flipV="1">
              <a:off x="9380306" y="1248309"/>
              <a:ext cx="365560" cy="1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uppieren 41"/>
          <p:cNvGrpSpPr/>
          <p:nvPr/>
        </p:nvGrpSpPr>
        <p:grpSpPr>
          <a:xfrm>
            <a:off x="2445248" y="2844696"/>
            <a:ext cx="5342561" cy="1150706"/>
            <a:chOff x="7643971" y="488292"/>
            <a:chExt cx="4265489" cy="1150706"/>
          </a:xfrm>
        </p:grpSpPr>
        <p:sp>
          <p:nvSpPr>
            <p:cNvPr id="43" name="Rechteck 42"/>
            <p:cNvSpPr/>
            <p:nvPr/>
          </p:nvSpPr>
          <p:spPr>
            <a:xfrm>
              <a:off x="7643971" y="488292"/>
              <a:ext cx="4265489" cy="11507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Abgerundetes Rechteck 43"/>
            <p:cNvSpPr/>
            <p:nvPr/>
          </p:nvSpPr>
          <p:spPr>
            <a:xfrm>
              <a:off x="7785383" y="934948"/>
              <a:ext cx="1594923" cy="62672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tx1"/>
                  </a:solidFill>
                </a:rPr>
                <a:t>SuperExec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Textfeld 44"/>
            <p:cNvSpPr txBox="1"/>
            <p:nvPr/>
          </p:nvSpPr>
          <p:spPr>
            <a:xfrm>
              <a:off x="7643972" y="498565"/>
              <a:ext cx="16955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Server: Coordination</a:t>
              </a:r>
              <a:endParaRPr lang="en-US" dirty="0"/>
            </a:p>
          </p:txBody>
        </p:sp>
        <p:sp>
          <p:nvSpPr>
            <p:cNvPr id="46" name="Abgerundetes Rechteck 45"/>
            <p:cNvSpPr/>
            <p:nvPr/>
          </p:nvSpPr>
          <p:spPr>
            <a:xfrm>
              <a:off x="10879176" y="1058102"/>
              <a:ext cx="940051" cy="38041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tx1"/>
                  </a:solidFill>
                </a:rPr>
                <a:t>SuperLink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8" name="Abgerundetes Rechteck 47"/>
          <p:cNvSpPr/>
          <p:nvPr/>
        </p:nvSpPr>
        <p:spPr>
          <a:xfrm>
            <a:off x="4948988" y="3414506"/>
            <a:ext cx="1236051" cy="3804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ServerApp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50" name="Gruppieren 49"/>
          <p:cNvGrpSpPr/>
          <p:nvPr/>
        </p:nvGrpSpPr>
        <p:grpSpPr>
          <a:xfrm>
            <a:off x="8407412" y="1479290"/>
            <a:ext cx="3704232" cy="1155574"/>
            <a:chOff x="7643972" y="488292"/>
            <a:chExt cx="3595956" cy="1155574"/>
          </a:xfrm>
        </p:grpSpPr>
        <p:sp>
          <p:nvSpPr>
            <p:cNvPr id="51" name="Rechteck 50"/>
            <p:cNvSpPr/>
            <p:nvPr/>
          </p:nvSpPr>
          <p:spPr>
            <a:xfrm>
              <a:off x="7643972" y="488292"/>
              <a:ext cx="3595956" cy="1155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Abgerundetes Rechteck 51"/>
            <p:cNvSpPr/>
            <p:nvPr/>
          </p:nvSpPr>
          <p:spPr>
            <a:xfrm>
              <a:off x="7785383" y="934948"/>
              <a:ext cx="1594923" cy="62672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tx1"/>
                  </a:solidFill>
                </a:rPr>
                <a:t>SuperNode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7643972" y="498565"/>
              <a:ext cx="1779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Client: Hospital 2</a:t>
              </a:r>
              <a:endParaRPr lang="en-US" dirty="0"/>
            </a:p>
          </p:txBody>
        </p:sp>
        <p:sp>
          <p:nvSpPr>
            <p:cNvPr id="54" name="Abgerundetes Rechteck 53"/>
            <p:cNvSpPr/>
            <p:nvPr/>
          </p:nvSpPr>
          <p:spPr>
            <a:xfrm>
              <a:off x="9745866" y="1058102"/>
              <a:ext cx="1144741" cy="38041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tx1"/>
                  </a:solidFill>
                </a:rPr>
                <a:t>ClientApp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5" name="Gerader Verbinder 54"/>
            <p:cNvCxnSpPr>
              <a:stCxn id="52" idx="3"/>
              <a:endCxn id="54" idx="1"/>
            </p:cNvCxnSpPr>
            <p:nvPr/>
          </p:nvCxnSpPr>
          <p:spPr>
            <a:xfrm flipV="1">
              <a:off x="9380306" y="1248309"/>
              <a:ext cx="365560" cy="1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uppieren 55"/>
          <p:cNvGrpSpPr/>
          <p:nvPr/>
        </p:nvGrpSpPr>
        <p:grpSpPr>
          <a:xfrm>
            <a:off x="8407412" y="4201018"/>
            <a:ext cx="3704232" cy="1155574"/>
            <a:chOff x="7643972" y="488292"/>
            <a:chExt cx="3595956" cy="1155574"/>
          </a:xfrm>
        </p:grpSpPr>
        <p:sp>
          <p:nvSpPr>
            <p:cNvPr id="57" name="Rechteck 56"/>
            <p:cNvSpPr/>
            <p:nvPr/>
          </p:nvSpPr>
          <p:spPr>
            <a:xfrm>
              <a:off x="7643972" y="488292"/>
              <a:ext cx="3595956" cy="1155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Abgerundetes Rechteck 57"/>
            <p:cNvSpPr/>
            <p:nvPr/>
          </p:nvSpPr>
          <p:spPr>
            <a:xfrm>
              <a:off x="7785383" y="934948"/>
              <a:ext cx="1594923" cy="62672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tx1"/>
                  </a:solidFill>
                </a:rPr>
                <a:t>SuperNode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Textfeld 58"/>
            <p:cNvSpPr txBox="1"/>
            <p:nvPr/>
          </p:nvSpPr>
          <p:spPr>
            <a:xfrm>
              <a:off x="7643972" y="498565"/>
              <a:ext cx="1779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Client: Hospital 4</a:t>
              </a:r>
              <a:endParaRPr lang="en-US" dirty="0"/>
            </a:p>
          </p:txBody>
        </p:sp>
        <p:sp>
          <p:nvSpPr>
            <p:cNvPr id="60" name="Abgerundetes Rechteck 59"/>
            <p:cNvSpPr/>
            <p:nvPr/>
          </p:nvSpPr>
          <p:spPr>
            <a:xfrm>
              <a:off x="9745866" y="1058102"/>
              <a:ext cx="1144741" cy="38041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tx1"/>
                  </a:solidFill>
                </a:rPr>
                <a:t>ClientApp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1" name="Gerader Verbinder 60"/>
            <p:cNvCxnSpPr>
              <a:stCxn id="58" idx="3"/>
              <a:endCxn id="60" idx="1"/>
            </p:cNvCxnSpPr>
            <p:nvPr/>
          </p:nvCxnSpPr>
          <p:spPr>
            <a:xfrm flipV="1">
              <a:off x="9380306" y="1248309"/>
              <a:ext cx="365560" cy="1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uppieren 61"/>
          <p:cNvGrpSpPr/>
          <p:nvPr/>
        </p:nvGrpSpPr>
        <p:grpSpPr>
          <a:xfrm>
            <a:off x="8407412" y="5561881"/>
            <a:ext cx="3704232" cy="1155574"/>
            <a:chOff x="7643972" y="488292"/>
            <a:chExt cx="3595956" cy="1155574"/>
          </a:xfrm>
        </p:grpSpPr>
        <p:sp>
          <p:nvSpPr>
            <p:cNvPr id="63" name="Rechteck 62"/>
            <p:cNvSpPr/>
            <p:nvPr/>
          </p:nvSpPr>
          <p:spPr>
            <a:xfrm>
              <a:off x="7643972" y="488292"/>
              <a:ext cx="3595956" cy="1155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Abgerundetes Rechteck 63"/>
            <p:cNvSpPr/>
            <p:nvPr/>
          </p:nvSpPr>
          <p:spPr>
            <a:xfrm>
              <a:off x="7785383" y="934948"/>
              <a:ext cx="1594923" cy="62672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tx1"/>
                  </a:solidFill>
                </a:rPr>
                <a:t>SuperNode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5" name="Textfeld 64"/>
            <p:cNvSpPr txBox="1"/>
            <p:nvPr/>
          </p:nvSpPr>
          <p:spPr>
            <a:xfrm>
              <a:off x="7643972" y="498565"/>
              <a:ext cx="1779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Client: Hospital 5</a:t>
              </a:r>
              <a:endParaRPr lang="en-US" dirty="0"/>
            </a:p>
          </p:txBody>
        </p:sp>
        <p:sp>
          <p:nvSpPr>
            <p:cNvPr id="66" name="Abgerundetes Rechteck 65"/>
            <p:cNvSpPr/>
            <p:nvPr/>
          </p:nvSpPr>
          <p:spPr>
            <a:xfrm>
              <a:off x="9745866" y="1058102"/>
              <a:ext cx="1144741" cy="38041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tx1"/>
                  </a:solidFill>
                </a:rPr>
                <a:t>ClientApp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7" name="Gerader Verbinder 66"/>
            <p:cNvCxnSpPr>
              <a:stCxn id="64" idx="3"/>
              <a:endCxn id="66" idx="1"/>
            </p:cNvCxnSpPr>
            <p:nvPr/>
          </p:nvCxnSpPr>
          <p:spPr>
            <a:xfrm flipV="1">
              <a:off x="9380306" y="1248309"/>
              <a:ext cx="365560" cy="1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uppieren 67"/>
          <p:cNvGrpSpPr/>
          <p:nvPr/>
        </p:nvGrpSpPr>
        <p:grpSpPr>
          <a:xfrm>
            <a:off x="8407412" y="2840154"/>
            <a:ext cx="3704232" cy="1155574"/>
            <a:chOff x="7643972" y="488292"/>
            <a:chExt cx="3595956" cy="1155574"/>
          </a:xfrm>
        </p:grpSpPr>
        <p:sp>
          <p:nvSpPr>
            <p:cNvPr id="69" name="Rechteck 68"/>
            <p:cNvSpPr/>
            <p:nvPr/>
          </p:nvSpPr>
          <p:spPr>
            <a:xfrm>
              <a:off x="7643972" y="488292"/>
              <a:ext cx="3595956" cy="1155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Abgerundetes Rechteck 69"/>
            <p:cNvSpPr/>
            <p:nvPr/>
          </p:nvSpPr>
          <p:spPr>
            <a:xfrm>
              <a:off x="7785383" y="934948"/>
              <a:ext cx="1594923" cy="62672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tx1"/>
                  </a:solidFill>
                </a:rPr>
                <a:t>SuperNode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1" name="Textfeld 70"/>
            <p:cNvSpPr txBox="1"/>
            <p:nvPr/>
          </p:nvSpPr>
          <p:spPr>
            <a:xfrm>
              <a:off x="7643972" y="498565"/>
              <a:ext cx="1779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Client: Hospital 3</a:t>
              </a:r>
              <a:endParaRPr lang="en-US" dirty="0"/>
            </a:p>
          </p:txBody>
        </p:sp>
        <p:sp>
          <p:nvSpPr>
            <p:cNvPr id="72" name="Abgerundetes Rechteck 71"/>
            <p:cNvSpPr/>
            <p:nvPr/>
          </p:nvSpPr>
          <p:spPr>
            <a:xfrm>
              <a:off x="9745866" y="1058102"/>
              <a:ext cx="1144741" cy="38041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tx1"/>
                  </a:solidFill>
                </a:rPr>
                <a:t>ClientApp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3" name="Gerader Verbinder 72"/>
            <p:cNvCxnSpPr>
              <a:stCxn id="70" idx="3"/>
              <a:endCxn id="72" idx="1"/>
            </p:cNvCxnSpPr>
            <p:nvPr/>
          </p:nvCxnSpPr>
          <p:spPr>
            <a:xfrm flipV="1">
              <a:off x="9380306" y="1248309"/>
              <a:ext cx="365560" cy="1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Gekrümmter Verbinder 74"/>
          <p:cNvCxnSpPr>
            <a:stCxn id="44" idx="3"/>
            <a:endCxn id="48" idx="1"/>
          </p:cNvCxnSpPr>
          <p:nvPr/>
        </p:nvCxnSpPr>
        <p:spPr>
          <a:xfrm flipV="1">
            <a:off x="4620023" y="3604713"/>
            <a:ext cx="328965" cy="1"/>
          </a:xfrm>
          <a:prstGeom prst="curvedConnector3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krümmter Verbinder 75"/>
          <p:cNvCxnSpPr>
            <a:stCxn id="48" idx="3"/>
            <a:endCxn id="46" idx="1"/>
          </p:cNvCxnSpPr>
          <p:nvPr/>
        </p:nvCxnSpPr>
        <p:spPr>
          <a:xfrm>
            <a:off x="6185039" y="3604713"/>
            <a:ext cx="312331" cy="12700"/>
          </a:xfrm>
          <a:prstGeom prst="curvedConnector3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krümmter Verbinder 78"/>
          <p:cNvCxnSpPr>
            <a:stCxn id="46" idx="3"/>
            <a:endCxn id="6" idx="1"/>
          </p:cNvCxnSpPr>
          <p:nvPr/>
        </p:nvCxnSpPr>
        <p:spPr>
          <a:xfrm flipV="1">
            <a:off x="7674792" y="878444"/>
            <a:ext cx="878289" cy="2726269"/>
          </a:xfrm>
          <a:prstGeom prst="curved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krümmter Verbinder 81"/>
          <p:cNvCxnSpPr>
            <a:stCxn id="46" idx="3"/>
            <a:endCxn id="52" idx="1"/>
          </p:cNvCxnSpPr>
          <p:nvPr/>
        </p:nvCxnSpPr>
        <p:spPr>
          <a:xfrm flipV="1">
            <a:off x="7674792" y="2239308"/>
            <a:ext cx="878289" cy="1365405"/>
          </a:xfrm>
          <a:prstGeom prst="curved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krümmter Verbinder 84"/>
          <p:cNvCxnSpPr>
            <a:stCxn id="46" idx="3"/>
            <a:endCxn id="70" idx="1"/>
          </p:cNvCxnSpPr>
          <p:nvPr/>
        </p:nvCxnSpPr>
        <p:spPr>
          <a:xfrm flipV="1">
            <a:off x="7674792" y="3600172"/>
            <a:ext cx="878289" cy="4541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krümmter Verbinder 87"/>
          <p:cNvCxnSpPr>
            <a:stCxn id="46" idx="3"/>
            <a:endCxn id="58" idx="1"/>
          </p:cNvCxnSpPr>
          <p:nvPr/>
        </p:nvCxnSpPr>
        <p:spPr>
          <a:xfrm>
            <a:off x="7674792" y="3604713"/>
            <a:ext cx="878289" cy="1356323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krümmter Verbinder 90"/>
          <p:cNvCxnSpPr>
            <a:stCxn id="46" idx="3"/>
            <a:endCxn id="64" idx="1"/>
          </p:cNvCxnSpPr>
          <p:nvPr/>
        </p:nvCxnSpPr>
        <p:spPr>
          <a:xfrm>
            <a:off x="7674792" y="3604713"/>
            <a:ext cx="878289" cy="2717186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uppieren 93"/>
          <p:cNvGrpSpPr/>
          <p:nvPr/>
        </p:nvGrpSpPr>
        <p:grpSpPr>
          <a:xfrm>
            <a:off x="156155" y="2850427"/>
            <a:ext cx="1979292" cy="1150706"/>
            <a:chOff x="7643972" y="488292"/>
            <a:chExt cx="1580262" cy="1150706"/>
          </a:xfrm>
        </p:grpSpPr>
        <p:sp>
          <p:nvSpPr>
            <p:cNvPr id="95" name="Rechteck 94"/>
            <p:cNvSpPr/>
            <p:nvPr/>
          </p:nvSpPr>
          <p:spPr>
            <a:xfrm>
              <a:off x="7643972" y="488292"/>
              <a:ext cx="1580262" cy="11507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Textfeld 96"/>
            <p:cNvSpPr txBox="1"/>
            <p:nvPr/>
          </p:nvSpPr>
          <p:spPr>
            <a:xfrm>
              <a:off x="7643972" y="498565"/>
              <a:ext cx="4929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User</a:t>
              </a:r>
              <a:endParaRPr lang="en-US" dirty="0"/>
            </a:p>
          </p:txBody>
        </p:sp>
      </p:grpSp>
      <p:sp>
        <p:nvSpPr>
          <p:cNvPr id="99" name="Textfeld 98"/>
          <p:cNvSpPr txBox="1"/>
          <p:nvPr/>
        </p:nvSpPr>
        <p:spPr>
          <a:xfrm>
            <a:off x="347906" y="3396472"/>
            <a:ext cx="1303445" cy="4086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&gt;_ </a:t>
            </a:r>
            <a:r>
              <a:rPr lang="en-US" dirty="0" err="1" smtClean="0"/>
              <a:t>flwr</a:t>
            </a:r>
            <a:r>
              <a:rPr lang="en-US" dirty="0" smtClean="0"/>
              <a:t> run </a:t>
            </a:r>
            <a:endParaRPr lang="en-US" dirty="0"/>
          </a:p>
        </p:txBody>
      </p:sp>
      <p:cxnSp>
        <p:nvCxnSpPr>
          <p:cNvPr id="100" name="Gekrümmter Verbinder 99"/>
          <p:cNvCxnSpPr>
            <a:stCxn id="99" idx="3"/>
            <a:endCxn id="44" idx="1"/>
          </p:cNvCxnSpPr>
          <p:nvPr/>
        </p:nvCxnSpPr>
        <p:spPr>
          <a:xfrm>
            <a:off x="1651351" y="3600784"/>
            <a:ext cx="971017" cy="3930"/>
          </a:xfrm>
          <a:prstGeom prst="curved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pieren 12"/>
          <p:cNvGrpSpPr/>
          <p:nvPr/>
        </p:nvGrpSpPr>
        <p:grpSpPr>
          <a:xfrm>
            <a:off x="10555244" y="119802"/>
            <a:ext cx="1470274" cy="463924"/>
            <a:chOff x="5916567" y="727296"/>
            <a:chExt cx="1470274" cy="463924"/>
          </a:xfrm>
        </p:grpSpPr>
        <p:grpSp>
          <p:nvGrpSpPr>
            <p:cNvPr id="12" name="Gruppieren 11"/>
            <p:cNvGrpSpPr/>
            <p:nvPr/>
          </p:nvGrpSpPr>
          <p:grpSpPr>
            <a:xfrm>
              <a:off x="5948195" y="727296"/>
              <a:ext cx="1430735" cy="253916"/>
              <a:chOff x="4207548" y="1177317"/>
              <a:chExt cx="1677786" cy="335312"/>
            </a:xfrm>
          </p:grpSpPr>
          <p:sp>
            <p:nvSpPr>
              <p:cNvPr id="4" name="Abgerundetes Rechteck 3"/>
              <p:cNvSpPr/>
              <p:nvPr/>
            </p:nvSpPr>
            <p:spPr>
              <a:xfrm>
                <a:off x="4207548" y="1226077"/>
                <a:ext cx="1614207" cy="234882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" name="Rechteck 2"/>
              <p:cNvSpPr/>
              <p:nvPr/>
            </p:nvSpPr>
            <p:spPr>
              <a:xfrm>
                <a:off x="4245771" y="1177317"/>
                <a:ext cx="1639563" cy="3353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050" dirty="0" smtClean="0"/>
                  <a:t>data_institution_0.csv</a:t>
                </a:r>
                <a:endParaRPr lang="en-US" sz="1050" dirty="0"/>
              </a:p>
            </p:txBody>
          </p:sp>
        </p:grpSp>
        <p:grpSp>
          <p:nvGrpSpPr>
            <p:cNvPr id="10" name="Gruppieren 9"/>
            <p:cNvGrpSpPr/>
            <p:nvPr/>
          </p:nvGrpSpPr>
          <p:grpSpPr>
            <a:xfrm>
              <a:off x="5916567" y="937304"/>
              <a:ext cx="1470274" cy="253916"/>
              <a:chOff x="4169571" y="1551670"/>
              <a:chExt cx="1724152" cy="335310"/>
            </a:xfrm>
          </p:grpSpPr>
          <p:sp>
            <p:nvSpPr>
              <p:cNvPr id="77" name="Abgerundetes Rechteck 76"/>
              <p:cNvSpPr/>
              <p:nvPr/>
            </p:nvSpPr>
            <p:spPr>
              <a:xfrm>
                <a:off x="4207548" y="1597743"/>
                <a:ext cx="1614208" cy="234882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8" name="Rechteck 77"/>
              <p:cNvSpPr/>
              <p:nvPr/>
            </p:nvSpPr>
            <p:spPr>
              <a:xfrm>
                <a:off x="4169571" y="1551670"/>
                <a:ext cx="1724152" cy="3353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050" dirty="0" smtClean="0"/>
                  <a:t>labels_institution_0.csv</a:t>
                </a:r>
                <a:endParaRPr lang="en-US" sz="1050" dirty="0"/>
              </a:p>
            </p:txBody>
          </p:sp>
        </p:grpSp>
      </p:grpSp>
      <p:grpSp>
        <p:nvGrpSpPr>
          <p:cNvPr id="107" name="Gruppieren 106"/>
          <p:cNvGrpSpPr/>
          <p:nvPr/>
        </p:nvGrpSpPr>
        <p:grpSpPr>
          <a:xfrm>
            <a:off x="10554486" y="1488454"/>
            <a:ext cx="1408904" cy="422761"/>
            <a:chOff x="5916567" y="727297"/>
            <a:chExt cx="1408904" cy="422761"/>
          </a:xfrm>
        </p:grpSpPr>
        <p:grpSp>
          <p:nvGrpSpPr>
            <p:cNvPr id="108" name="Gruppieren 107"/>
            <p:cNvGrpSpPr/>
            <p:nvPr/>
          </p:nvGrpSpPr>
          <p:grpSpPr>
            <a:xfrm>
              <a:off x="5948195" y="727297"/>
              <a:ext cx="1376518" cy="214789"/>
              <a:chOff x="4207548" y="1177317"/>
              <a:chExt cx="1614207" cy="283642"/>
            </a:xfrm>
          </p:grpSpPr>
          <p:sp>
            <p:nvSpPr>
              <p:cNvPr id="112" name="Abgerundetes Rechteck 111"/>
              <p:cNvSpPr/>
              <p:nvPr/>
            </p:nvSpPr>
            <p:spPr>
              <a:xfrm>
                <a:off x="4207548" y="1226077"/>
                <a:ext cx="1614207" cy="234882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3" name="Rechteck 112"/>
              <p:cNvSpPr/>
              <p:nvPr/>
            </p:nvSpPr>
            <p:spPr>
              <a:xfrm>
                <a:off x="4245771" y="1177317"/>
                <a:ext cx="1451038" cy="2616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050" dirty="0"/>
                  <a:t>data_institution_1.csv</a:t>
                </a:r>
                <a:endParaRPr lang="en-US" sz="1050" dirty="0"/>
              </a:p>
            </p:txBody>
          </p:sp>
        </p:grpSp>
        <p:grpSp>
          <p:nvGrpSpPr>
            <p:cNvPr id="109" name="Gruppieren 108"/>
            <p:cNvGrpSpPr/>
            <p:nvPr/>
          </p:nvGrpSpPr>
          <p:grpSpPr>
            <a:xfrm>
              <a:off x="5916567" y="937303"/>
              <a:ext cx="1408904" cy="212755"/>
              <a:chOff x="4169571" y="1551670"/>
              <a:chExt cx="1652185" cy="280955"/>
            </a:xfrm>
          </p:grpSpPr>
          <p:sp>
            <p:nvSpPr>
              <p:cNvPr id="110" name="Abgerundetes Rechteck 109"/>
              <p:cNvSpPr/>
              <p:nvPr/>
            </p:nvSpPr>
            <p:spPr>
              <a:xfrm>
                <a:off x="4207548" y="1597743"/>
                <a:ext cx="1614208" cy="234882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1" name="Rechteck 110"/>
              <p:cNvSpPr/>
              <p:nvPr/>
            </p:nvSpPr>
            <p:spPr>
              <a:xfrm>
                <a:off x="4169571" y="1551670"/>
                <a:ext cx="1526380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050" dirty="0"/>
                  <a:t>labels_institution_1.csv</a:t>
                </a:r>
                <a:endParaRPr lang="en-US" sz="1050" dirty="0"/>
              </a:p>
            </p:txBody>
          </p:sp>
        </p:grpSp>
      </p:grpSp>
      <p:grpSp>
        <p:nvGrpSpPr>
          <p:cNvPr id="114" name="Gruppieren 113"/>
          <p:cNvGrpSpPr/>
          <p:nvPr/>
        </p:nvGrpSpPr>
        <p:grpSpPr>
          <a:xfrm>
            <a:off x="10553728" y="2864048"/>
            <a:ext cx="1470274" cy="463924"/>
            <a:chOff x="5916567" y="727296"/>
            <a:chExt cx="1470274" cy="463924"/>
          </a:xfrm>
        </p:grpSpPr>
        <p:grpSp>
          <p:nvGrpSpPr>
            <p:cNvPr id="115" name="Gruppieren 114"/>
            <p:cNvGrpSpPr/>
            <p:nvPr/>
          </p:nvGrpSpPr>
          <p:grpSpPr>
            <a:xfrm>
              <a:off x="5948195" y="727296"/>
              <a:ext cx="1430735" cy="253916"/>
              <a:chOff x="4207548" y="1177317"/>
              <a:chExt cx="1677786" cy="335312"/>
            </a:xfrm>
          </p:grpSpPr>
          <p:sp>
            <p:nvSpPr>
              <p:cNvPr id="119" name="Abgerundetes Rechteck 118"/>
              <p:cNvSpPr/>
              <p:nvPr/>
            </p:nvSpPr>
            <p:spPr>
              <a:xfrm>
                <a:off x="4207548" y="1226077"/>
                <a:ext cx="1614207" cy="234882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0" name="Rechteck 119"/>
              <p:cNvSpPr/>
              <p:nvPr/>
            </p:nvSpPr>
            <p:spPr>
              <a:xfrm>
                <a:off x="4245771" y="1177317"/>
                <a:ext cx="1639563" cy="3353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050" dirty="0" smtClean="0"/>
                  <a:t>data_institution_2.csv</a:t>
                </a:r>
                <a:endParaRPr lang="en-US" sz="1050" dirty="0"/>
              </a:p>
            </p:txBody>
          </p:sp>
        </p:grpSp>
        <p:grpSp>
          <p:nvGrpSpPr>
            <p:cNvPr id="116" name="Gruppieren 115"/>
            <p:cNvGrpSpPr/>
            <p:nvPr/>
          </p:nvGrpSpPr>
          <p:grpSpPr>
            <a:xfrm>
              <a:off x="5916567" y="937304"/>
              <a:ext cx="1470274" cy="253916"/>
              <a:chOff x="4169571" y="1551670"/>
              <a:chExt cx="1724152" cy="335310"/>
            </a:xfrm>
          </p:grpSpPr>
          <p:sp>
            <p:nvSpPr>
              <p:cNvPr id="117" name="Abgerundetes Rechteck 116"/>
              <p:cNvSpPr/>
              <p:nvPr/>
            </p:nvSpPr>
            <p:spPr>
              <a:xfrm>
                <a:off x="4207548" y="1597743"/>
                <a:ext cx="1614208" cy="234882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8" name="Rechteck 117"/>
              <p:cNvSpPr/>
              <p:nvPr/>
            </p:nvSpPr>
            <p:spPr>
              <a:xfrm>
                <a:off x="4169571" y="1551670"/>
                <a:ext cx="1724152" cy="3353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050" dirty="0" smtClean="0"/>
                  <a:t>labels_institution_2.csv</a:t>
                </a:r>
                <a:endParaRPr lang="en-US" sz="1050" dirty="0"/>
              </a:p>
            </p:txBody>
          </p:sp>
        </p:grpSp>
      </p:grpSp>
      <p:grpSp>
        <p:nvGrpSpPr>
          <p:cNvPr id="121" name="Gruppieren 120"/>
          <p:cNvGrpSpPr/>
          <p:nvPr/>
        </p:nvGrpSpPr>
        <p:grpSpPr>
          <a:xfrm>
            <a:off x="10552970" y="4204620"/>
            <a:ext cx="1470274" cy="463924"/>
            <a:chOff x="5916567" y="727296"/>
            <a:chExt cx="1470274" cy="463924"/>
          </a:xfrm>
        </p:grpSpPr>
        <p:grpSp>
          <p:nvGrpSpPr>
            <p:cNvPr id="122" name="Gruppieren 121"/>
            <p:cNvGrpSpPr/>
            <p:nvPr/>
          </p:nvGrpSpPr>
          <p:grpSpPr>
            <a:xfrm>
              <a:off x="5948195" y="727296"/>
              <a:ext cx="1430735" cy="253916"/>
              <a:chOff x="4207548" y="1177317"/>
              <a:chExt cx="1677786" cy="335312"/>
            </a:xfrm>
          </p:grpSpPr>
          <p:sp>
            <p:nvSpPr>
              <p:cNvPr id="126" name="Abgerundetes Rechteck 125"/>
              <p:cNvSpPr/>
              <p:nvPr/>
            </p:nvSpPr>
            <p:spPr>
              <a:xfrm>
                <a:off x="4207548" y="1226077"/>
                <a:ext cx="1614207" cy="234882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7" name="Rechteck 126"/>
              <p:cNvSpPr/>
              <p:nvPr/>
            </p:nvSpPr>
            <p:spPr>
              <a:xfrm>
                <a:off x="4245771" y="1177317"/>
                <a:ext cx="1639563" cy="3353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050" dirty="0" smtClean="0"/>
                  <a:t>data_institution_3.csv</a:t>
                </a:r>
                <a:endParaRPr lang="en-US" sz="1050" dirty="0"/>
              </a:p>
            </p:txBody>
          </p:sp>
        </p:grpSp>
        <p:grpSp>
          <p:nvGrpSpPr>
            <p:cNvPr id="123" name="Gruppieren 122"/>
            <p:cNvGrpSpPr/>
            <p:nvPr/>
          </p:nvGrpSpPr>
          <p:grpSpPr>
            <a:xfrm>
              <a:off x="5916567" y="937304"/>
              <a:ext cx="1470274" cy="253916"/>
              <a:chOff x="4169571" y="1551670"/>
              <a:chExt cx="1724152" cy="335310"/>
            </a:xfrm>
          </p:grpSpPr>
          <p:sp>
            <p:nvSpPr>
              <p:cNvPr id="124" name="Abgerundetes Rechteck 123"/>
              <p:cNvSpPr/>
              <p:nvPr/>
            </p:nvSpPr>
            <p:spPr>
              <a:xfrm>
                <a:off x="4207548" y="1597743"/>
                <a:ext cx="1614208" cy="234882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5" name="Rechteck 124"/>
              <p:cNvSpPr/>
              <p:nvPr/>
            </p:nvSpPr>
            <p:spPr>
              <a:xfrm>
                <a:off x="4169571" y="1551670"/>
                <a:ext cx="1724152" cy="3353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050" dirty="0" smtClean="0"/>
                  <a:t>labels_institution_3.csv</a:t>
                </a:r>
                <a:endParaRPr lang="en-US" sz="1050" dirty="0"/>
              </a:p>
            </p:txBody>
          </p:sp>
        </p:grpSp>
      </p:grpSp>
      <p:grpSp>
        <p:nvGrpSpPr>
          <p:cNvPr id="128" name="Gruppieren 127"/>
          <p:cNvGrpSpPr/>
          <p:nvPr/>
        </p:nvGrpSpPr>
        <p:grpSpPr>
          <a:xfrm>
            <a:off x="10552970" y="5561880"/>
            <a:ext cx="1470274" cy="463924"/>
            <a:chOff x="5916567" y="727296"/>
            <a:chExt cx="1470274" cy="463924"/>
          </a:xfrm>
        </p:grpSpPr>
        <p:grpSp>
          <p:nvGrpSpPr>
            <p:cNvPr id="129" name="Gruppieren 128"/>
            <p:cNvGrpSpPr/>
            <p:nvPr/>
          </p:nvGrpSpPr>
          <p:grpSpPr>
            <a:xfrm>
              <a:off x="5948195" y="727296"/>
              <a:ext cx="1430735" cy="253916"/>
              <a:chOff x="4207548" y="1177317"/>
              <a:chExt cx="1677786" cy="335312"/>
            </a:xfrm>
          </p:grpSpPr>
          <p:sp>
            <p:nvSpPr>
              <p:cNvPr id="133" name="Abgerundetes Rechteck 132"/>
              <p:cNvSpPr/>
              <p:nvPr/>
            </p:nvSpPr>
            <p:spPr>
              <a:xfrm>
                <a:off x="4207548" y="1226077"/>
                <a:ext cx="1614207" cy="234882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4" name="Rechteck 133"/>
              <p:cNvSpPr/>
              <p:nvPr/>
            </p:nvSpPr>
            <p:spPr>
              <a:xfrm>
                <a:off x="4245771" y="1177317"/>
                <a:ext cx="1639563" cy="3353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050" dirty="0" smtClean="0"/>
                  <a:t>data_institution_4.csv</a:t>
                </a:r>
                <a:endParaRPr lang="en-US" sz="1050" dirty="0"/>
              </a:p>
            </p:txBody>
          </p:sp>
        </p:grpSp>
        <p:grpSp>
          <p:nvGrpSpPr>
            <p:cNvPr id="130" name="Gruppieren 129"/>
            <p:cNvGrpSpPr/>
            <p:nvPr/>
          </p:nvGrpSpPr>
          <p:grpSpPr>
            <a:xfrm>
              <a:off x="5916567" y="937304"/>
              <a:ext cx="1470274" cy="253916"/>
              <a:chOff x="4169571" y="1551670"/>
              <a:chExt cx="1724152" cy="335310"/>
            </a:xfrm>
          </p:grpSpPr>
          <p:sp>
            <p:nvSpPr>
              <p:cNvPr id="131" name="Abgerundetes Rechteck 130"/>
              <p:cNvSpPr/>
              <p:nvPr/>
            </p:nvSpPr>
            <p:spPr>
              <a:xfrm>
                <a:off x="4207548" y="1597743"/>
                <a:ext cx="1614208" cy="234882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2" name="Rechteck 131"/>
              <p:cNvSpPr/>
              <p:nvPr/>
            </p:nvSpPr>
            <p:spPr>
              <a:xfrm>
                <a:off x="4169571" y="1551670"/>
                <a:ext cx="1724152" cy="3353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050" dirty="0" smtClean="0"/>
                  <a:t>labels_institution_4.csv</a:t>
                </a:r>
                <a:endParaRPr lang="en-US" sz="1050" dirty="0"/>
              </a:p>
            </p:txBody>
          </p:sp>
        </p:grpSp>
      </p:grpSp>
      <p:cxnSp>
        <p:nvCxnSpPr>
          <p:cNvPr id="15" name="Gekrümmter Verbinder 14"/>
          <p:cNvCxnSpPr>
            <a:stCxn id="77" idx="3"/>
            <a:endCxn id="9" idx="3"/>
          </p:cNvCxnSpPr>
          <p:nvPr/>
        </p:nvCxnSpPr>
        <p:spPr>
          <a:xfrm flipH="1">
            <a:off x="11751805" y="453632"/>
            <a:ext cx="212343" cy="424811"/>
          </a:xfrm>
          <a:prstGeom prst="curvedConnector3">
            <a:avLst>
              <a:gd name="adj1" fmla="val -25446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Gekrümmter Verbinder 134"/>
          <p:cNvCxnSpPr>
            <a:stCxn id="4" idx="3"/>
            <a:endCxn id="9" idx="3"/>
          </p:cNvCxnSpPr>
          <p:nvPr/>
        </p:nvCxnSpPr>
        <p:spPr>
          <a:xfrm flipH="1">
            <a:off x="11751805" y="245659"/>
            <a:ext cx="211585" cy="632784"/>
          </a:xfrm>
          <a:prstGeom prst="curvedConnector3">
            <a:avLst>
              <a:gd name="adj1" fmla="val -41252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Gekrümmter Verbinder 135"/>
          <p:cNvCxnSpPr/>
          <p:nvPr/>
        </p:nvCxnSpPr>
        <p:spPr>
          <a:xfrm flipH="1">
            <a:off x="11757086" y="1808434"/>
            <a:ext cx="212343" cy="424811"/>
          </a:xfrm>
          <a:prstGeom prst="curvedConnector3">
            <a:avLst>
              <a:gd name="adj1" fmla="val -25446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Gekrümmter Verbinder 136"/>
          <p:cNvCxnSpPr/>
          <p:nvPr/>
        </p:nvCxnSpPr>
        <p:spPr>
          <a:xfrm flipH="1">
            <a:off x="11757086" y="1600461"/>
            <a:ext cx="211585" cy="632784"/>
          </a:xfrm>
          <a:prstGeom prst="curvedConnector3">
            <a:avLst>
              <a:gd name="adj1" fmla="val -41252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krümmter Verbinder 137"/>
          <p:cNvCxnSpPr/>
          <p:nvPr/>
        </p:nvCxnSpPr>
        <p:spPr>
          <a:xfrm flipH="1">
            <a:off x="11759252" y="3175360"/>
            <a:ext cx="212343" cy="424811"/>
          </a:xfrm>
          <a:prstGeom prst="curvedConnector3">
            <a:avLst>
              <a:gd name="adj1" fmla="val -25446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Gekrümmter Verbinder 138"/>
          <p:cNvCxnSpPr/>
          <p:nvPr/>
        </p:nvCxnSpPr>
        <p:spPr>
          <a:xfrm flipH="1">
            <a:off x="11759252" y="2967387"/>
            <a:ext cx="211585" cy="632784"/>
          </a:xfrm>
          <a:prstGeom prst="curvedConnector3">
            <a:avLst>
              <a:gd name="adj1" fmla="val -41252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Gekrümmter Verbinder 139"/>
          <p:cNvCxnSpPr/>
          <p:nvPr/>
        </p:nvCxnSpPr>
        <p:spPr>
          <a:xfrm flipH="1">
            <a:off x="11739606" y="4539255"/>
            <a:ext cx="212343" cy="424811"/>
          </a:xfrm>
          <a:prstGeom prst="curvedConnector3">
            <a:avLst>
              <a:gd name="adj1" fmla="val -25446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Gekrümmter Verbinder 140"/>
          <p:cNvCxnSpPr/>
          <p:nvPr/>
        </p:nvCxnSpPr>
        <p:spPr>
          <a:xfrm flipH="1">
            <a:off x="11739606" y="4331282"/>
            <a:ext cx="211585" cy="632784"/>
          </a:xfrm>
          <a:prstGeom prst="curvedConnector3">
            <a:avLst>
              <a:gd name="adj1" fmla="val -41252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krümmter Verbinder 141"/>
          <p:cNvCxnSpPr/>
          <p:nvPr/>
        </p:nvCxnSpPr>
        <p:spPr>
          <a:xfrm flipH="1">
            <a:off x="11750291" y="5912666"/>
            <a:ext cx="212343" cy="424811"/>
          </a:xfrm>
          <a:prstGeom prst="curvedConnector3">
            <a:avLst>
              <a:gd name="adj1" fmla="val -25446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Gekrümmter Verbinder 142"/>
          <p:cNvCxnSpPr/>
          <p:nvPr/>
        </p:nvCxnSpPr>
        <p:spPr>
          <a:xfrm flipH="1">
            <a:off x="11750291" y="5704693"/>
            <a:ext cx="211585" cy="632784"/>
          </a:xfrm>
          <a:prstGeom prst="curvedConnector3">
            <a:avLst>
              <a:gd name="adj1" fmla="val -41252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ieren 23"/>
          <p:cNvGrpSpPr/>
          <p:nvPr/>
        </p:nvGrpSpPr>
        <p:grpSpPr>
          <a:xfrm>
            <a:off x="587634" y="4134306"/>
            <a:ext cx="1145056" cy="529284"/>
            <a:chOff x="320934" y="4218684"/>
            <a:chExt cx="1145056" cy="529284"/>
          </a:xfrm>
        </p:grpSpPr>
        <p:sp>
          <p:nvSpPr>
            <p:cNvPr id="22" name="Gefaltete Ecke 21"/>
            <p:cNvSpPr/>
            <p:nvPr/>
          </p:nvSpPr>
          <p:spPr>
            <a:xfrm>
              <a:off x="320934" y="4218684"/>
              <a:ext cx="387726" cy="529284"/>
            </a:xfrm>
            <a:prstGeom prst="foldedCorner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feld 22"/>
            <p:cNvSpPr txBox="1"/>
            <p:nvPr/>
          </p:nvSpPr>
          <p:spPr>
            <a:xfrm>
              <a:off x="394093" y="4331282"/>
              <a:ext cx="1071897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server_app.py</a:t>
              </a:r>
            </a:p>
          </p:txBody>
        </p:sp>
      </p:grpSp>
      <p:grpSp>
        <p:nvGrpSpPr>
          <p:cNvPr id="148" name="Gruppieren 147"/>
          <p:cNvGrpSpPr/>
          <p:nvPr/>
        </p:nvGrpSpPr>
        <p:grpSpPr>
          <a:xfrm>
            <a:off x="584112" y="4793744"/>
            <a:ext cx="1098824" cy="529284"/>
            <a:chOff x="320934" y="4218684"/>
            <a:chExt cx="1098824" cy="529284"/>
          </a:xfrm>
        </p:grpSpPr>
        <p:sp>
          <p:nvSpPr>
            <p:cNvPr id="149" name="Gefaltete Ecke 148"/>
            <p:cNvSpPr/>
            <p:nvPr/>
          </p:nvSpPr>
          <p:spPr>
            <a:xfrm>
              <a:off x="320934" y="4218684"/>
              <a:ext cx="387726" cy="529284"/>
            </a:xfrm>
            <a:prstGeom prst="foldedCorner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Textfeld 149"/>
            <p:cNvSpPr txBox="1"/>
            <p:nvPr/>
          </p:nvSpPr>
          <p:spPr>
            <a:xfrm>
              <a:off x="394093" y="4331282"/>
              <a:ext cx="1025665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client_app.py</a:t>
              </a:r>
            </a:p>
          </p:txBody>
        </p:sp>
      </p:grpSp>
      <p:grpSp>
        <p:nvGrpSpPr>
          <p:cNvPr id="151" name="Gruppieren 150"/>
          <p:cNvGrpSpPr/>
          <p:nvPr/>
        </p:nvGrpSpPr>
        <p:grpSpPr>
          <a:xfrm>
            <a:off x="584112" y="5457757"/>
            <a:ext cx="699228" cy="529284"/>
            <a:chOff x="320934" y="4218684"/>
            <a:chExt cx="699228" cy="529284"/>
          </a:xfrm>
        </p:grpSpPr>
        <p:sp>
          <p:nvSpPr>
            <p:cNvPr id="152" name="Gefaltete Ecke 151"/>
            <p:cNvSpPr/>
            <p:nvPr/>
          </p:nvSpPr>
          <p:spPr>
            <a:xfrm>
              <a:off x="320934" y="4218684"/>
              <a:ext cx="387726" cy="529284"/>
            </a:xfrm>
            <a:prstGeom prst="foldedCorner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Textfeld 152"/>
            <p:cNvSpPr txBox="1"/>
            <p:nvPr/>
          </p:nvSpPr>
          <p:spPr>
            <a:xfrm>
              <a:off x="394093" y="4331282"/>
              <a:ext cx="62606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task.py</a:t>
              </a:r>
            </a:p>
          </p:txBody>
        </p:sp>
      </p:grpSp>
      <p:sp>
        <p:nvSpPr>
          <p:cNvPr id="25" name="Textfeld 24"/>
          <p:cNvSpPr txBox="1"/>
          <p:nvPr/>
        </p:nvSpPr>
        <p:spPr>
          <a:xfrm>
            <a:off x="2530787" y="1821017"/>
            <a:ext cx="5157566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5"/>
                </a:solidFill>
              </a:rPr>
              <a:t>Flower setup with five institutions</a:t>
            </a:r>
            <a:endParaRPr lang="en-US" sz="28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87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71" y="115537"/>
            <a:ext cx="12016257" cy="66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021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Breitbild</PresentationFormat>
  <Paragraphs>35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Company>AME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Kim Tang</dc:creator>
  <cp:lastModifiedBy>Kim Tang</cp:lastModifiedBy>
  <cp:revision>8</cp:revision>
  <dcterms:created xsi:type="dcterms:W3CDTF">2024-10-29T10:45:10Z</dcterms:created>
  <dcterms:modified xsi:type="dcterms:W3CDTF">2024-10-29T16:08:22Z</dcterms:modified>
</cp:coreProperties>
</file>