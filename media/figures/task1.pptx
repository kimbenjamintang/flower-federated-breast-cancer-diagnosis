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56082"/>
    <a:srgbClr val="F2F2F2"/>
    <a:srgbClr val="FFFFFF"/>
    <a:srgbClr val="24682C"/>
    <a:srgbClr val="DCEAF7"/>
    <a:srgbClr val="D9F2D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66" d="100"/>
          <a:sy n="66" d="100"/>
        </p:scale>
        <p:origin x="48" y="9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B00728-DE41-FD0E-DE19-A5AA6645FE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DF9F8AB-17D9-2C29-B47A-793E34CABE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6395D6-94D3-BEB4-95E6-825EC5F5F4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F2723-3C10-4104-B127-B5AB0A24F4ED}" type="datetimeFigureOut">
              <a:rPr lang="en-DE" smtClean="0"/>
              <a:t>25/10/2024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2EAE9B-687F-7236-7FC0-867D3B2595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77317D-9DDB-682B-D6F8-A59E040685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072DA-D68A-4015-8942-429A0DF4F790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3256431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BAC1E2-74BF-83BE-B1EF-30948A2E1B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8FB3BD-D730-AD0F-8AC4-E7D6A0A8EA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7F3941-072A-E4E7-5B2E-F76498192D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F2723-3C10-4104-B127-B5AB0A24F4ED}" type="datetimeFigureOut">
              <a:rPr lang="en-DE" smtClean="0"/>
              <a:t>25/10/2024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C82B11-FE93-0CC6-6B7F-EFAD31AA0D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0BF9C7-DAB8-7060-00EB-B8EC0848A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072DA-D68A-4015-8942-429A0DF4F790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5393605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5C85B8-25B8-207C-AE0B-C338009758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5BDF35-9F6B-52B1-98D2-082782802B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E07CC0-A218-D6A1-0C16-E3EF190D1A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F2723-3C10-4104-B127-B5AB0A24F4ED}" type="datetimeFigureOut">
              <a:rPr lang="en-DE" smtClean="0"/>
              <a:t>25/10/2024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9B3BB5-DF5F-2E67-30AA-5A922750A9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807E60-A4E0-9147-4BE0-49176D5B37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072DA-D68A-4015-8942-429A0DF4F790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0107343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E01E1F-5632-89B4-A2BA-CB749C796C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17FCC6-67F9-61E3-1305-E2056931CEA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84E163-C078-8D6E-A1A5-A8C672BAAB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0459C5-0D01-F8F5-C363-83413F423F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F2723-3C10-4104-B127-B5AB0A24F4ED}" type="datetimeFigureOut">
              <a:rPr lang="en-DE" smtClean="0"/>
              <a:t>25/10/2024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980F1E-F11F-166C-0EED-BC22819D2F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EBB2A3-3446-4430-3D4C-FFC6ECC8D2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072DA-D68A-4015-8942-429A0DF4F790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7738047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CBC4F-F781-247E-C026-E6119DE04B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8E6F06-BDF2-7E4A-6F76-8AA52ADA3B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B805ED-3783-88BA-476A-5F65FC03B1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605637F-70A8-0D54-7FDB-E84D38FA1AD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EF6E2D6-B66C-870F-514D-B72D49E5141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4B268B3-5A5F-1174-9D4E-50368524AB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F2723-3C10-4104-B127-B5AB0A24F4ED}" type="datetimeFigureOut">
              <a:rPr lang="en-DE" smtClean="0"/>
              <a:t>25/10/2024</a:t>
            </a:fld>
            <a:endParaRPr lang="en-D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F33AEB5-7593-ECCC-E15A-9D38EB7BCE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145F624-DC79-C7A0-8817-263262E739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072DA-D68A-4015-8942-429A0DF4F790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8442555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A51BDD-7447-2730-D099-43B8C59866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FF4B85F-F909-1E7E-E8D3-4C72D0B193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F2723-3C10-4104-B127-B5AB0A24F4ED}" type="datetimeFigureOut">
              <a:rPr lang="en-DE" smtClean="0"/>
              <a:t>25/10/2024</a:t>
            </a:fld>
            <a:endParaRPr lang="en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B3E8E82-94C8-E7EC-F422-638324A363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EE90459-8744-D71C-BFAD-89C95EA60D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072DA-D68A-4015-8942-429A0DF4F790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8446155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3720A18-43FC-E389-C82B-FE8222C341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F2723-3C10-4104-B127-B5AB0A24F4ED}" type="datetimeFigureOut">
              <a:rPr lang="en-DE" smtClean="0"/>
              <a:t>25/10/2024</a:t>
            </a:fld>
            <a:endParaRPr lang="en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CB56394-4FA4-B7A7-5FA8-4C9734BBF9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C740BF-1C9F-0602-E0A9-045069FAC7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072DA-D68A-4015-8942-429A0DF4F790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2653594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F6D5A0-1672-47C1-4A8F-3752A90414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FF080E-E6A3-C159-363F-6418FE6262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4F2C88-E401-5BBA-5BCB-E52BA80633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887A19-E5BD-BCC5-A273-DBB84FC7C5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F2723-3C10-4104-B127-B5AB0A24F4ED}" type="datetimeFigureOut">
              <a:rPr lang="en-DE" smtClean="0"/>
              <a:t>25/10/2024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13AA40-0E1A-A9C6-31F4-87E43133DE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D22AEE-B807-67E0-F239-180CF79DFB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072DA-D68A-4015-8942-429A0DF4F790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31790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4588CA-FF27-5F16-0942-5425B3FFBD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40A3EC4-D610-8C9A-0D38-6B762DBB88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20326E-31A6-F6EA-2439-61EB4BFC4E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123B05-67D2-E424-4EA4-9E66DF5BCF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F2723-3C10-4104-B127-B5AB0A24F4ED}" type="datetimeFigureOut">
              <a:rPr lang="en-DE" smtClean="0"/>
              <a:t>25/10/2024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3EBF39-73FB-11F6-C798-4556E8A66A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AD6034-01B8-082A-9507-1F4DDD6F27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072DA-D68A-4015-8942-429A0DF4F790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8459196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93F8CB-F2A5-06CA-C68C-414A1219A6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4688F2-C2E7-FBF3-E5A2-E6BDD275D2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CD7243-956F-36D2-1EE5-D094DC9733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F2723-3C10-4104-B127-B5AB0A24F4ED}" type="datetimeFigureOut">
              <a:rPr lang="en-DE" smtClean="0"/>
              <a:t>25/10/2024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7B0FA9-1D8E-7AA5-49A1-9C5BB6826D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226FD3-3205-A5BC-0D37-B9C17770AB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072DA-D68A-4015-8942-429A0DF4F790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1568279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520778E-637D-82EC-F172-3688FFC6D26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3141CB-641E-70CA-1944-9A479AEFA8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52DC81-A904-28C7-76F0-9A453F42DB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F2723-3C10-4104-B127-B5AB0A24F4ED}" type="datetimeFigureOut">
              <a:rPr lang="en-DE" smtClean="0"/>
              <a:t>25/10/2024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B0D153-DB7B-6493-5A56-AD13EC4329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FFA5BD-F8E5-AAD3-2946-FE5CD30B61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072DA-D68A-4015-8942-429A0DF4F790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6038934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ED23BF8-910C-5B23-5F71-C750D66817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44A176-F9FE-38BA-6178-2BB017E189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46FDE6-1DFD-189D-8AE0-722BB88A80C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1DF2723-3C10-4104-B127-B5AB0A24F4ED}" type="datetimeFigureOut">
              <a:rPr lang="en-DE" smtClean="0"/>
              <a:t>25/10/2024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17B3E0-665D-9596-7A84-BAFB1DF405C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265DD5-D5F3-E25A-8A03-C4FCDAA439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13072DA-D68A-4015-8942-429A0DF4F790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0588857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F8BED9FE-7FD7-4B9B-5C12-1E262FA6F6E0}"/>
              </a:ext>
            </a:extLst>
          </p:cNvPr>
          <p:cNvSpPr/>
          <p:nvPr/>
        </p:nvSpPr>
        <p:spPr>
          <a:xfrm>
            <a:off x="2833048" y="1489300"/>
            <a:ext cx="6371771" cy="294640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8E47AB9-6550-0ECA-E74D-598A7A2EA3FF}"/>
              </a:ext>
            </a:extLst>
          </p:cNvPr>
          <p:cNvSpPr/>
          <p:nvPr/>
        </p:nvSpPr>
        <p:spPr>
          <a:xfrm>
            <a:off x="3938443" y="1768885"/>
            <a:ext cx="4160982" cy="170815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3798046833">
                  <a:custGeom>
                    <a:avLst/>
                    <a:gdLst>
                      <a:gd name="connsiteX0" fmla="*/ 0 w 3919682"/>
                      <a:gd name="connsiteY0" fmla="*/ 0 h 1246909"/>
                      <a:gd name="connsiteX1" fmla="*/ 481561 w 3919682"/>
                      <a:gd name="connsiteY1" fmla="*/ 0 h 1246909"/>
                      <a:gd name="connsiteX2" fmla="*/ 963122 w 3919682"/>
                      <a:gd name="connsiteY2" fmla="*/ 0 h 1246909"/>
                      <a:gd name="connsiteX3" fmla="*/ 1601470 w 3919682"/>
                      <a:gd name="connsiteY3" fmla="*/ 0 h 1246909"/>
                      <a:gd name="connsiteX4" fmla="*/ 2161425 w 3919682"/>
                      <a:gd name="connsiteY4" fmla="*/ 0 h 1246909"/>
                      <a:gd name="connsiteX5" fmla="*/ 2799773 w 3919682"/>
                      <a:gd name="connsiteY5" fmla="*/ 0 h 1246909"/>
                      <a:gd name="connsiteX6" fmla="*/ 3359727 w 3919682"/>
                      <a:gd name="connsiteY6" fmla="*/ 0 h 1246909"/>
                      <a:gd name="connsiteX7" fmla="*/ 3919682 w 3919682"/>
                      <a:gd name="connsiteY7" fmla="*/ 0 h 1246909"/>
                      <a:gd name="connsiteX8" fmla="*/ 3919682 w 3919682"/>
                      <a:gd name="connsiteY8" fmla="*/ 415636 h 1246909"/>
                      <a:gd name="connsiteX9" fmla="*/ 3919682 w 3919682"/>
                      <a:gd name="connsiteY9" fmla="*/ 818804 h 1246909"/>
                      <a:gd name="connsiteX10" fmla="*/ 3919682 w 3919682"/>
                      <a:gd name="connsiteY10" fmla="*/ 1246909 h 1246909"/>
                      <a:gd name="connsiteX11" fmla="*/ 3359727 w 3919682"/>
                      <a:gd name="connsiteY11" fmla="*/ 1246909 h 1246909"/>
                      <a:gd name="connsiteX12" fmla="*/ 2721379 w 3919682"/>
                      <a:gd name="connsiteY12" fmla="*/ 1246909 h 1246909"/>
                      <a:gd name="connsiteX13" fmla="*/ 2083031 w 3919682"/>
                      <a:gd name="connsiteY13" fmla="*/ 1246909 h 1246909"/>
                      <a:gd name="connsiteX14" fmla="*/ 1483880 w 3919682"/>
                      <a:gd name="connsiteY14" fmla="*/ 1246909 h 1246909"/>
                      <a:gd name="connsiteX15" fmla="*/ 845531 w 3919682"/>
                      <a:gd name="connsiteY15" fmla="*/ 1246909 h 1246909"/>
                      <a:gd name="connsiteX16" fmla="*/ 0 w 3919682"/>
                      <a:gd name="connsiteY16" fmla="*/ 1246909 h 1246909"/>
                      <a:gd name="connsiteX17" fmla="*/ 0 w 3919682"/>
                      <a:gd name="connsiteY17" fmla="*/ 868680 h 1246909"/>
                      <a:gd name="connsiteX18" fmla="*/ 0 w 3919682"/>
                      <a:gd name="connsiteY18" fmla="*/ 477982 h 1246909"/>
                      <a:gd name="connsiteX19" fmla="*/ 0 w 3919682"/>
                      <a:gd name="connsiteY19" fmla="*/ 0 h 124690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</a:cxnLst>
                    <a:rect l="l" t="t" r="r" b="b"/>
                    <a:pathLst>
                      <a:path w="3919682" h="1246909" fill="none" extrusionOk="0">
                        <a:moveTo>
                          <a:pt x="0" y="0"/>
                        </a:moveTo>
                        <a:cubicBezTo>
                          <a:pt x="217841" y="-5164"/>
                          <a:pt x="345386" y="23210"/>
                          <a:pt x="481561" y="0"/>
                        </a:cubicBezTo>
                        <a:cubicBezTo>
                          <a:pt x="617736" y="-23210"/>
                          <a:pt x="832695" y="3456"/>
                          <a:pt x="963122" y="0"/>
                        </a:cubicBezTo>
                        <a:cubicBezTo>
                          <a:pt x="1093549" y="-3456"/>
                          <a:pt x="1417580" y="66571"/>
                          <a:pt x="1601470" y="0"/>
                        </a:cubicBezTo>
                        <a:cubicBezTo>
                          <a:pt x="1785360" y="-66571"/>
                          <a:pt x="2022955" y="18624"/>
                          <a:pt x="2161425" y="0"/>
                        </a:cubicBezTo>
                        <a:cubicBezTo>
                          <a:pt x="2299895" y="-18624"/>
                          <a:pt x="2656056" y="73400"/>
                          <a:pt x="2799773" y="0"/>
                        </a:cubicBezTo>
                        <a:cubicBezTo>
                          <a:pt x="2943490" y="-73400"/>
                          <a:pt x="3113858" y="52940"/>
                          <a:pt x="3359727" y="0"/>
                        </a:cubicBezTo>
                        <a:cubicBezTo>
                          <a:pt x="3605596" y="-52940"/>
                          <a:pt x="3663068" y="55"/>
                          <a:pt x="3919682" y="0"/>
                        </a:cubicBezTo>
                        <a:cubicBezTo>
                          <a:pt x="3945174" y="125074"/>
                          <a:pt x="3898170" y="310450"/>
                          <a:pt x="3919682" y="415636"/>
                        </a:cubicBezTo>
                        <a:cubicBezTo>
                          <a:pt x="3941194" y="520822"/>
                          <a:pt x="3874110" y="703950"/>
                          <a:pt x="3919682" y="818804"/>
                        </a:cubicBezTo>
                        <a:cubicBezTo>
                          <a:pt x="3965254" y="933658"/>
                          <a:pt x="3888415" y="1158015"/>
                          <a:pt x="3919682" y="1246909"/>
                        </a:cubicBezTo>
                        <a:cubicBezTo>
                          <a:pt x="3673291" y="1298668"/>
                          <a:pt x="3571793" y="1238380"/>
                          <a:pt x="3359727" y="1246909"/>
                        </a:cubicBezTo>
                        <a:cubicBezTo>
                          <a:pt x="3147661" y="1255438"/>
                          <a:pt x="2874758" y="1241414"/>
                          <a:pt x="2721379" y="1246909"/>
                        </a:cubicBezTo>
                        <a:cubicBezTo>
                          <a:pt x="2568000" y="1252404"/>
                          <a:pt x="2369880" y="1216431"/>
                          <a:pt x="2083031" y="1246909"/>
                        </a:cubicBezTo>
                        <a:cubicBezTo>
                          <a:pt x="1796182" y="1277387"/>
                          <a:pt x="1782228" y="1176171"/>
                          <a:pt x="1483880" y="1246909"/>
                        </a:cubicBezTo>
                        <a:cubicBezTo>
                          <a:pt x="1185532" y="1317647"/>
                          <a:pt x="1017553" y="1221751"/>
                          <a:pt x="845531" y="1246909"/>
                        </a:cubicBezTo>
                        <a:cubicBezTo>
                          <a:pt x="673509" y="1272067"/>
                          <a:pt x="408064" y="1195320"/>
                          <a:pt x="0" y="1246909"/>
                        </a:cubicBezTo>
                        <a:cubicBezTo>
                          <a:pt x="-11326" y="1137265"/>
                          <a:pt x="11362" y="996057"/>
                          <a:pt x="0" y="868680"/>
                        </a:cubicBezTo>
                        <a:cubicBezTo>
                          <a:pt x="-11362" y="741303"/>
                          <a:pt x="9834" y="656917"/>
                          <a:pt x="0" y="477982"/>
                        </a:cubicBezTo>
                        <a:cubicBezTo>
                          <a:pt x="-9834" y="299047"/>
                          <a:pt x="33103" y="116700"/>
                          <a:pt x="0" y="0"/>
                        </a:cubicBezTo>
                        <a:close/>
                      </a:path>
                      <a:path w="3919682" h="1246909" stroke="0" extrusionOk="0">
                        <a:moveTo>
                          <a:pt x="0" y="0"/>
                        </a:moveTo>
                        <a:cubicBezTo>
                          <a:pt x="153422" y="-41418"/>
                          <a:pt x="285510" y="42575"/>
                          <a:pt x="442364" y="0"/>
                        </a:cubicBezTo>
                        <a:cubicBezTo>
                          <a:pt x="599218" y="-42575"/>
                          <a:pt x="820569" y="21103"/>
                          <a:pt x="963122" y="0"/>
                        </a:cubicBezTo>
                        <a:cubicBezTo>
                          <a:pt x="1105675" y="-21103"/>
                          <a:pt x="1368377" y="9518"/>
                          <a:pt x="1483880" y="0"/>
                        </a:cubicBezTo>
                        <a:cubicBezTo>
                          <a:pt x="1599383" y="-9518"/>
                          <a:pt x="1871875" y="10562"/>
                          <a:pt x="2004637" y="0"/>
                        </a:cubicBezTo>
                        <a:cubicBezTo>
                          <a:pt x="2137399" y="-10562"/>
                          <a:pt x="2347925" y="34173"/>
                          <a:pt x="2447001" y="0"/>
                        </a:cubicBezTo>
                        <a:cubicBezTo>
                          <a:pt x="2546077" y="-34173"/>
                          <a:pt x="2758154" y="51418"/>
                          <a:pt x="2928562" y="0"/>
                        </a:cubicBezTo>
                        <a:cubicBezTo>
                          <a:pt x="3098970" y="-51418"/>
                          <a:pt x="3425841" y="19840"/>
                          <a:pt x="3919682" y="0"/>
                        </a:cubicBezTo>
                        <a:cubicBezTo>
                          <a:pt x="3926180" y="134097"/>
                          <a:pt x="3899686" y="245469"/>
                          <a:pt x="3919682" y="415636"/>
                        </a:cubicBezTo>
                        <a:cubicBezTo>
                          <a:pt x="3939678" y="585803"/>
                          <a:pt x="3911216" y="682801"/>
                          <a:pt x="3919682" y="818804"/>
                        </a:cubicBezTo>
                        <a:cubicBezTo>
                          <a:pt x="3928148" y="954807"/>
                          <a:pt x="3869954" y="1077654"/>
                          <a:pt x="3919682" y="1246909"/>
                        </a:cubicBezTo>
                        <a:cubicBezTo>
                          <a:pt x="3622626" y="1287122"/>
                          <a:pt x="3425096" y="1175924"/>
                          <a:pt x="3281334" y="1246909"/>
                        </a:cubicBezTo>
                        <a:cubicBezTo>
                          <a:pt x="3137572" y="1317894"/>
                          <a:pt x="2962800" y="1243584"/>
                          <a:pt x="2838970" y="1246909"/>
                        </a:cubicBezTo>
                        <a:cubicBezTo>
                          <a:pt x="2715140" y="1250234"/>
                          <a:pt x="2517715" y="1239211"/>
                          <a:pt x="2318212" y="1246909"/>
                        </a:cubicBezTo>
                        <a:cubicBezTo>
                          <a:pt x="2118709" y="1254607"/>
                          <a:pt x="1846283" y="1214571"/>
                          <a:pt x="1679864" y="1246909"/>
                        </a:cubicBezTo>
                        <a:cubicBezTo>
                          <a:pt x="1513445" y="1279247"/>
                          <a:pt x="1356533" y="1203939"/>
                          <a:pt x="1080712" y="1246909"/>
                        </a:cubicBezTo>
                        <a:cubicBezTo>
                          <a:pt x="804891" y="1289879"/>
                          <a:pt x="784821" y="1221926"/>
                          <a:pt x="559955" y="1246909"/>
                        </a:cubicBezTo>
                        <a:cubicBezTo>
                          <a:pt x="335089" y="1271892"/>
                          <a:pt x="123187" y="1221061"/>
                          <a:pt x="0" y="1246909"/>
                        </a:cubicBezTo>
                        <a:cubicBezTo>
                          <a:pt x="-28043" y="1148436"/>
                          <a:pt x="21163" y="1048567"/>
                          <a:pt x="0" y="868680"/>
                        </a:cubicBezTo>
                        <a:cubicBezTo>
                          <a:pt x="-21163" y="688793"/>
                          <a:pt x="37553" y="557416"/>
                          <a:pt x="0" y="440575"/>
                        </a:cubicBezTo>
                        <a:cubicBezTo>
                          <a:pt x="-37553" y="323734"/>
                          <a:pt x="4557" y="209890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934F9B3-451B-E1D6-5C77-CADC1CA148BD}"/>
              </a:ext>
            </a:extLst>
          </p:cNvPr>
          <p:cNvSpPr/>
          <p:nvPr/>
        </p:nvSpPr>
        <p:spPr>
          <a:xfrm>
            <a:off x="4597557" y="2166565"/>
            <a:ext cx="939470" cy="1246909"/>
          </a:xfrm>
          <a:custGeom>
            <a:avLst/>
            <a:gdLst>
              <a:gd name="connsiteX0" fmla="*/ 0 w 939470"/>
              <a:gd name="connsiteY0" fmla="*/ 0 h 1246909"/>
              <a:gd name="connsiteX1" fmla="*/ 441551 w 939470"/>
              <a:gd name="connsiteY1" fmla="*/ 0 h 1246909"/>
              <a:gd name="connsiteX2" fmla="*/ 939470 w 939470"/>
              <a:gd name="connsiteY2" fmla="*/ 0 h 1246909"/>
              <a:gd name="connsiteX3" fmla="*/ 939470 w 939470"/>
              <a:gd name="connsiteY3" fmla="*/ 415636 h 1246909"/>
              <a:gd name="connsiteX4" fmla="*/ 939470 w 939470"/>
              <a:gd name="connsiteY4" fmla="*/ 856211 h 1246909"/>
              <a:gd name="connsiteX5" fmla="*/ 939470 w 939470"/>
              <a:gd name="connsiteY5" fmla="*/ 1246909 h 1246909"/>
              <a:gd name="connsiteX6" fmla="*/ 469735 w 939470"/>
              <a:gd name="connsiteY6" fmla="*/ 1246909 h 1246909"/>
              <a:gd name="connsiteX7" fmla="*/ 0 w 939470"/>
              <a:gd name="connsiteY7" fmla="*/ 1246909 h 1246909"/>
              <a:gd name="connsiteX8" fmla="*/ 0 w 939470"/>
              <a:gd name="connsiteY8" fmla="*/ 856211 h 1246909"/>
              <a:gd name="connsiteX9" fmla="*/ 0 w 939470"/>
              <a:gd name="connsiteY9" fmla="*/ 428105 h 1246909"/>
              <a:gd name="connsiteX10" fmla="*/ 0 w 939470"/>
              <a:gd name="connsiteY10" fmla="*/ 0 h 1246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39470" h="1246909" fill="none" extrusionOk="0">
                <a:moveTo>
                  <a:pt x="0" y="0"/>
                </a:moveTo>
                <a:cubicBezTo>
                  <a:pt x="213020" y="-16641"/>
                  <a:pt x="325594" y="11084"/>
                  <a:pt x="441551" y="0"/>
                </a:cubicBezTo>
                <a:cubicBezTo>
                  <a:pt x="557508" y="-11084"/>
                  <a:pt x="726918" y="45115"/>
                  <a:pt x="939470" y="0"/>
                </a:cubicBezTo>
                <a:cubicBezTo>
                  <a:pt x="953104" y="161454"/>
                  <a:pt x="894186" y="270002"/>
                  <a:pt x="939470" y="415636"/>
                </a:cubicBezTo>
                <a:cubicBezTo>
                  <a:pt x="984754" y="561270"/>
                  <a:pt x="905722" y="730495"/>
                  <a:pt x="939470" y="856211"/>
                </a:cubicBezTo>
                <a:cubicBezTo>
                  <a:pt x="973218" y="981928"/>
                  <a:pt x="907296" y="1057015"/>
                  <a:pt x="939470" y="1246909"/>
                </a:cubicBezTo>
                <a:cubicBezTo>
                  <a:pt x="711826" y="1249737"/>
                  <a:pt x="643939" y="1228833"/>
                  <a:pt x="469735" y="1246909"/>
                </a:cubicBezTo>
                <a:cubicBezTo>
                  <a:pt x="295531" y="1264985"/>
                  <a:pt x="153419" y="1241943"/>
                  <a:pt x="0" y="1246909"/>
                </a:cubicBezTo>
                <a:cubicBezTo>
                  <a:pt x="-40054" y="1072240"/>
                  <a:pt x="4774" y="947385"/>
                  <a:pt x="0" y="856211"/>
                </a:cubicBezTo>
                <a:cubicBezTo>
                  <a:pt x="-4774" y="765037"/>
                  <a:pt x="26721" y="549645"/>
                  <a:pt x="0" y="428105"/>
                </a:cubicBezTo>
                <a:cubicBezTo>
                  <a:pt x="-26721" y="306565"/>
                  <a:pt x="37232" y="107999"/>
                  <a:pt x="0" y="0"/>
                </a:cubicBezTo>
                <a:close/>
              </a:path>
              <a:path w="939470" h="1246909" stroke="0" extrusionOk="0">
                <a:moveTo>
                  <a:pt x="0" y="0"/>
                </a:moveTo>
                <a:cubicBezTo>
                  <a:pt x="131448" y="-39202"/>
                  <a:pt x="313268" y="39372"/>
                  <a:pt x="441551" y="0"/>
                </a:cubicBezTo>
                <a:cubicBezTo>
                  <a:pt x="569834" y="-39372"/>
                  <a:pt x="837326" y="43737"/>
                  <a:pt x="939470" y="0"/>
                </a:cubicBezTo>
                <a:cubicBezTo>
                  <a:pt x="958158" y="178811"/>
                  <a:pt x="913394" y="305062"/>
                  <a:pt x="939470" y="415636"/>
                </a:cubicBezTo>
                <a:cubicBezTo>
                  <a:pt x="965546" y="526210"/>
                  <a:pt x="900553" y="684670"/>
                  <a:pt x="939470" y="831273"/>
                </a:cubicBezTo>
                <a:cubicBezTo>
                  <a:pt x="978387" y="977876"/>
                  <a:pt x="899349" y="1081314"/>
                  <a:pt x="939470" y="1246909"/>
                </a:cubicBezTo>
                <a:cubicBezTo>
                  <a:pt x="755339" y="1260467"/>
                  <a:pt x="658468" y="1218081"/>
                  <a:pt x="488524" y="1246909"/>
                </a:cubicBezTo>
                <a:cubicBezTo>
                  <a:pt x="318580" y="1275737"/>
                  <a:pt x="228951" y="1242655"/>
                  <a:pt x="0" y="1246909"/>
                </a:cubicBezTo>
                <a:cubicBezTo>
                  <a:pt x="-49485" y="1117974"/>
                  <a:pt x="33744" y="895524"/>
                  <a:pt x="0" y="806334"/>
                </a:cubicBezTo>
                <a:cubicBezTo>
                  <a:pt x="-33744" y="717144"/>
                  <a:pt x="25438" y="545796"/>
                  <a:pt x="0" y="365760"/>
                </a:cubicBezTo>
                <a:cubicBezTo>
                  <a:pt x="-25438" y="185724"/>
                  <a:pt x="7868" y="136491"/>
                  <a:pt x="0" y="0"/>
                </a:cubicBez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>
            <a:extLst>
              <a:ext uri="{C807C97D-BFC1-408E-A445-0C87EB9F89A2}">
                <ask:lineSketchStyleProps xmlns:ask="http://schemas.microsoft.com/office/drawing/2018/sketchyshapes" sd="1928154157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0A97BD3-383E-5295-0ACD-B4CD7D557F9D}"/>
              </a:ext>
            </a:extLst>
          </p:cNvPr>
          <p:cNvSpPr/>
          <p:nvPr/>
        </p:nvSpPr>
        <p:spPr>
          <a:xfrm>
            <a:off x="5608609" y="2154563"/>
            <a:ext cx="939470" cy="1262435"/>
          </a:xfrm>
          <a:custGeom>
            <a:avLst/>
            <a:gdLst>
              <a:gd name="connsiteX0" fmla="*/ 0 w 939470"/>
              <a:gd name="connsiteY0" fmla="*/ 0 h 1262435"/>
              <a:gd name="connsiteX1" fmla="*/ 441551 w 939470"/>
              <a:gd name="connsiteY1" fmla="*/ 0 h 1262435"/>
              <a:gd name="connsiteX2" fmla="*/ 939470 w 939470"/>
              <a:gd name="connsiteY2" fmla="*/ 0 h 1262435"/>
              <a:gd name="connsiteX3" fmla="*/ 939470 w 939470"/>
              <a:gd name="connsiteY3" fmla="*/ 420812 h 1262435"/>
              <a:gd name="connsiteX4" fmla="*/ 939470 w 939470"/>
              <a:gd name="connsiteY4" fmla="*/ 866872 h 1262435"/>
              <a:gd name="connsiteX5" fmla="*/ 939470 w 939470"/>
              <a:gd name="connsiteY5" fmla="*/ 1262435 h 1262435"/>
              <a:gd name="connsiteX6" fmla="*/ 469735 w 939470"/>
              <a:gd name="connsiteY6" fmla="*/ 1262435 h 1262435"/>
              <a:gd name="connsiteX7" fmla="*/ 0 w 939470"/>
              <a:gd name="connsiteY7" fmla="*/ 1262435 h 1262435"/>
              <a:gd name="connsiteX8" fmla="*/ 0 w 939470"/>
              <a:gd name="connsiteY8" fmla="*/ 866872 h 1262435"/>
              <a:gd name="connsiteX9" fmla="*/ 0 w 939470"/>
              <a:gd name="connsiteY9" fmla="*/ 433436 h 1262435"/>
              <a:gd name="connsiteX10" fmla="*/ 0 w 939470"/>
              <a:gd name="connsiteY10" fmla="*/ 0 h 12624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39470" h="1262435" fill="none" extrusionOk="0">
                <a:moveTo>
                  <a:pt x="0" y="0"/>
                </a:moveTo>
                <a:cubicBezTo>
                  <a:pt x="213020" y="-16641"/>
                  <a:pt x="325594" y="11084"/>
                  <a:pt x="441551" y="0"/>
                </a:cubicBezTo>
                <a:cubicBezTo>
                  <a:pt x="557508" y="-11084"/>
                  <a:pt x="726918" y="45115"/>
                  <a:pt x="939470" y="0"/>
                </a:cubicBezTo>
                <a:cubicBezTo>
                  <a:pt x="973580" y="124958"/>
                  <a:pt x="932869" y="288137"/>
                  <a:pt x="939470" y="420812"/>
                </a:cubicBezTo>
                <a:cubicBezTo>
                  <a:pt x="946071" y="553487"/>
                  <a:pt x="920475" y="718114"/>
                  <a:pt x="939470" y="866872"/>
                </a:cubicBezTo>
                <a:cubicBezTo>
                  <a:pt x="958465" y="1015630"/>
                  <a:pt x="932108" y="1124518"/>
                  <a:pt x="939470" y="1262435"/>
                </a:cubicBezTo>
                <a:cubicBezTo>
                  <a:pt x="711826" y="1265263"/>
                  <a:pt x="643939" y="1244359"/>
                  <a:pt x="469735" y="1262435"/>
                </a:cubicBezTo>
                <a:cubicBezTo>
                  <a:pt x="295531" y="1280511"/>
                  <a:pt x="153419" y="1257469"/>
                  <a:pt x="0" y="1262435"/>
                </a:cubicBezTo>
                <a:cubicBezTo>
                  <a:pt x="-41030" y="1122384"/>
                  <a:pt x="11567" y="968224"/>
                  <a:pt x="0" y="866872"/>
                </a:cubicBezTo>
                <a:cubicBezTo>
                  <a:pt x="-11567" y="765520"/>
                  <a:pt x="41957" y="624552"/>
                  <a:pt x="0" y="433436"/>
                </a:cubicBezTo>
                <a:cubicBezTo>
                  <a:pt x="-41957" y="242320"/>
                  <a:pt x="43485" y="163447"/>
                  <a:pt x="0" y="0"/>
                </a:cubicBezTo>
                <a:close/>
              </a:path>
              <a:path w="939470" h="1262435" stroke="0" extrusionOk="0">
                <a:moveTo>
                  <a:pt x="0" y="0"/>
                </a:moveTo>
                <a:cubicBezTo>
                  <a:pt x="131448" y="-39202"/>
                  <a:pt x="313268" y="39372"/>
                  <a:pt x="441551" y="0"/>
                </a:cubicBezTo>
                <a:cubicBezTo>
                  <a:pt x="569834" y="-39372"/>
                  <a:pt x="837326" y="43737"/>
                  <a:pt x="939470" y="0"/>
                </a:cubicBezTo>
                <a:cubicBezTo>
                  <a:pt x="965617" y="186613"/>
                  <a:pt x="938859" y="236464"/>
                  <a:pt x="939470" y="420812"/>
                </a:cubicBezTo>
                <a:cubicBezTo>
                  <a:pt x="940081" y="605160"/>
                  <a:pt x="889952" y="656268"/>
                  <a:pt x="939470" y="841623"/>
                </a:cubicBezTo>
                <a:cubicBezTo>
                  <a:pt x="988988" y="1026978"/>
                  <a:pt x="915857" y="1167379"/>
                  <a:pt x="939470" y="1262435"/>
                </a:cubicBezTo>
                <a:cubicBezTo>
                  <a:pt x="755339" y="1275993"/>
                  <a:pt x="658468" y="1233607"/>
                  <a:pt x="488524" y="1262435"/>
                </a:cubicBezTo>
                <a:cubicBezTo>
                  <a:pt x="318580" y="1291263"/>
                  <a:pt x="228951" y="1258181"/>
                  <a:pt x="0" y="1262435"/>
                </a:cubicBezTo>
                <a:cubicBezTo>
                  <a:pt x="-13434" y="1167948"/>
                  <a:pt x="6191" y="1000514"/>
                  <a:pt x="0" y="816375"/>
                </a:cubicBezTo>
                <a:cubicBezTo>
                  <a:pt x="-6191" y="632236"/>
                  <a:pt x="38769" y="483210"/>
                  <a:pt x="0" y="370314"/>
                </a:cubicBezTo>
                <a:cubicBezTo>
                  <a:pt x="-38769" y="257418"/>
                  <a:pt x="38823" y="110908"/>
                  <a:pt x="0" y="0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extLst>
              <a:ext uri="{C807C97D-BFC1-408E-A445-0C87EB9F89A2}">
                <ask:lineSketchStyleProps xmlns:ask="http://schemas.microsoft.com/office/drawing/2018/sketchyshapes" sd="1928154157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4F9AC9D-E2CA-8978-32EA-9F40EC4D55DC}"/>
              </a:ext>
            </a:extLst>
          </p:cNvPr>
          <p:cNvSpPr txBox="1"/>
          <p:nvPr/>
        </p:nvSpPr>
        <p:spPr>
          <a:xfrm>
            <a:off x="4561462" y="2468789"/>
            <a:ext cx="1050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Ink Free" panose="03080402000500000000" pitchFamily="66" charset="0"/>
                <a:cs typeface="Cavolini" panose="03000502040302020204" pitchFamily="66" charset="0"/>
              </a:rPr>
              <a:t>diagnosis</a:t>
            </a:r>
            <a:endParaRPr lang="en-DE" dirty="0">
              <a:latin typeface="Ink Free" panose="03080402000500000000" pitchFamily="66" charset="0"/>
              <a:cs typeface="Cavolini" panose="03000502040302020204" pitchFamily="66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FA7FEAA-AABB-AA30-0A31-FDB79F3153EB}"/>
              </a:ext>
            </a:extLst>
          </p:cNvPr>
          <p:cNvSpPr txBox="1"/>
          <p:nvPr/>
        </p:nvSpPr>
        <p:spPr>
          <a:xfrm>
            <a:off x="5613355" y="2468789"/>
            <a:ext cx="93947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Ink Free" panose="03080402000500000000" pitchFamily="66" charset="0"/>
                <a:cs typeface="Cavolini" panose="03000502040302020204" pitchFamily="66" charset="0"/>
              </a:rPr>
              <a:t>30 other columns</a:t>
            </a:r>
            <a:endParaRPr lang="en-DE" dirty="0">
              <a:latin typeface="Ink Free" panose="03080402000500000000" pitchFamily="66" charset="0"/>
              <a:cs typeface="Cavolini" panose="03000502040302020204" pitchFamily="66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E35460D-8C00-259E-57EC-A51B66AA49DD}"/>
              </a:ext>
            </a:extLst>
          </p:cNvPr>
          <p:cNvSpPr txBox="1"/>
          <p:nvPr/>
        </p:nvSpPr>
        <p:spPr>
          <a:xfrm>
            <a:off x="3263538" y="3006042"/>
            <a:ext cx="6447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drop</a:t>
            </a:r>
            <a:endParaRPr lang="en-DE" dirty="0">
              <a:solidFill>
                <a:srgbClr val="FF000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94DD6D0-1182-03AD-2616-729125C9EFC5}"/>
              </a:ext>
            </a:extLst>
          </p:cNvPr>
          <p:cNvSpPr txBox="1"/>
          <p:nvPr/>
        </p:nvSpPr>
        <p:spPr>
          <a:xfrm>
            <a:off x="8360786" y="3006042"/>
            <a:ext cx="6447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drop</a:t>
            </a:r>
            <a:endParaRPr lang="en-DE" dirty="0">
              <a:solidFill>
                <a:srgbClr val="FF0000"/>
              </a:solidFill>
            </a:endParaRPr>
          </a:p>
        </p:txBody>
      </p:sp>
      <p:cxnSp>
        <p:nvCxnSpPr>
          <p:cNvPr id="14" name="Connector: Curved 13">
            <a:extLst>
              <a:ext uri="{FF2B5EF4-FFF2-40B4-BE49-F238E27FC236}">
                <a16:creationId xmlns:a16="http://schemas.microsoft.com/office/drawing/2014/main" id="{08D92884-21EC-FC14-0D64-C9FA5B5D4327}"/>
              </a:ext>
            </a:extLst>
          </p:cNvPr>
          <p:cNvCxnSpPr>
            <a:cxnSpLocks/>
            <a:stCxn id="25" idx="3"/>
            <a:endCxn id="12" idx="0"/>
          </p:cNvCxnSpPr>
          <p:nvPr/>
        </p:nvCxnSpPr>
        <p:spPr>
          <a:xfrm>
            <a:off x="7991475" y="2797783"/>
            <a:ext cx="691707" cy="208259"/>
          </a:xfrm>
          <a:prstGeom prst="curvedConnector2">
            <a:avLst/>
          </a:prstGeom>
          <a:ln>
            <a:solidFill>
              <a:schemeClr val="tx1"/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: Curved 15">
            <a:extLst>
              <a:ext uri="{FF2B5EF4-FFF2-40B4-BE49-F238E27FC236}">
                <a16:creationId xmlns:a16="http://schemas.microsoft.com/office/drawing/2014/main" id="{0E5CED31-8FBE-767E-C10D-5CDF8C6FF0CF}"/>
              </a:ext>
            </a:extLst>
          </p:cNvPr>
          <p:cNvCxnSpPr>
            <a:cxnSpLocks/>
            <a:stCxn id="26" idx="1"/>
            <a:endCxn id="11" idx="0"/>
          </p:cNvCxnSpPr>
          <p:nvPr/>
        </p:nvCxnSpPr>
        <p:spPr>
          <a:xfrm rot="10800000" flipV="1">
            <a:off x="3585934" y="2794544"/>
            <a:ext cx="454708" cy="211498"/>
          </a:xfrm>
          <a:prstGeom prst="curvedConnector2">
            <a:avLst/>
          </a:prstGeom>
          <a:ln>
            <a:solidFill>
              <a:schemeClr val="tx1"/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DD21067A-994F-01CD-6E5F-FEA7A8F08E9A}"/>
              </a:ext>
            </a:extLst>
          </p:cNvPr>
          <p:cNvSpPr/>
          <p:nvPr/>
        </p:nvSpPr>
        <p:spPr>
          <a:xfrm>
            <a:off x="6618061" y="2166565"/>
            <a:ext cx="1373414" cy="1262435"/>
          </a:xfrm>
          <a:custGeom>
            <a:avLst/>
            <a:gdLst>
              <a:gd name="connsiteX0" fmla="*/ 0 w 1373414"/>
              <a:gd name="connsiteY0" fmla="*/ 0 h 1262435"/>
              <a:gd name="connsiteX1" fmla="*/ 457805 w 1373414"/>
              <a:gd name="connsiteY1" fmla="*/ 0 h 1262435"/>
              <a:gd name="connsiteX2" fmla="*/ 888141 w 1373414"/>
              <a:gd name="connsiteY2" fmla="*/ 0 h 1262435"/>
              <a:gd name="connsiteX3" fmla="*/ 1373414 w 1373414"/>
              <a:gd name="connsiteY3" fmla="*/ 0 h 1262435"/>
              <a:gd name="connsiteX4" fmla="*/ 1373414 w 1373414"/>
              <a:gd name="connsiteY4" fmla="*/ 382939 h 1262435"/>
              <a:gd name="connsiteX5" fmla="*/ 1373414 w 1373414"/>
              <a:gd name="connsiteY5" fmla="*/ 791126 h 1262435"/>
              <a:gd name="connsiteX6" fmla="*/ 1373414 w 1373414"/>
              <a:gd name="connsiteY6" fmla="*/ 1262435 h 1262435"/>
              <a:gd name="connsiteX7" fmla="*/ 888141 w 1373414"/>
              <a:gd name="connsiteY7" fmla="*/ 1262435 h 1262435"/>
              <a:gd name="connsiteX8" fmla="*/ 444071 w 1373414"/>
              <a:gd name="connsiteY8" fmla="*/ 1262435 h 1262435"/>
              <a:gd name="connsiteX9" fmla="*/ 0 w 1373414"/>
              <a:gd name="connsiteY9" fmla="*/ 1262435 h 1262435"/>
              <a:gd name="connsiteX10" fmla="*/ 0 w 1373414"/>
              <a:gd name="connsiteY10" fmla="*/ 866872 h 1262435"/>
              <a:gd name="connsiteX11" fmla="*/ 0 w 1373414"/>
              <a:gd name="connsiteY11" fmla="*/ 483933 h 1262435"/>
              <a:gd name="connsiteX12" fmla="*/ 0 w 1373414"/>
              <a:gd name="connsiteY12" fmla="*/ 0 h 12624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373414" h="1262435" fill="none" extrusionOk="0">
                <a:moveTo>
                  <a:pt x="0" y="0"/>
                </a:moveTo>
                <a:cubicBezTo>
                  <a:pt x="190966" y="-2833"/>
                  <a:pt x="283718" y="52890"/>
                  <a:pt x="457805" y="0"/>
                </a:cubicBezTo>
                <a:cubicBezTo>
                  <a:pt x="631893" y="-52890"/>
                  <a:pt x="757424" y="42417"/>
                  <a:pt x="888141" y="0"/>
                </a:cubicBezTo>
                <a:cubicBezTo>
                  <a:pt x="1018858" y="-42417"/>
                  <a:pt x="1169353" y="31198"/>
                  <a:pt x="1373414" y="0"/>
                </a:cubicBezTo>
                <a:cubicBezTo>
                  <a:pt x="1381382" y="171230"/>
                  <a:pt x="1331482" y="268026"/>
                  <a:pt x="1373414" y="382939"/>
                </a:cubicBezTo>
                <a:cubicBezTo>
                  <a:pt x="1415346" y="497852"/>
                  <a:pt x="1333719" y="626973"/>
                  <a:pt x="1373414" y="791126"/>
                </a:cubicBezTo>
                <a:cubicBezTo>
                  <a:pt x="1413109" y="955279"/>
                  <a:pt x="1328050" y="1063417"/>
                  <a:pt x="1373414" y="1262435"/>
                </a:cubicBezTo>
                <a:cubicBezTo>
                  <a:pt x="1193964" y="1316573"/>
                  <a:pt x="1065645" y="1212832"/>
                  <a:pt x="888141" y="1262435"/>
                </a:cubicBezTo>
                <a:cubicBezTo>
                  <a:pt x="710637" y="1312038"/>
                  <a:pt x="637520" y="1216579"/>
                  <a:pt x="444071" y="1262435"/>
                </a:cubicBezTo>
                <a:cubicBezTo>
                  <a:pt x="250622" y="1308291"/>
                  <a:pt x="129213" y="1236655"/>
                  <a:pt x="0" y="1262435"/>
                </a:cubicBezTo>
                <a:cubicBezTo>
                  <a:pt x="-19295" y="1124120"/>
                  <a:pt x="27908" y="968864"/>
                  <a:pt x="0" y="866872"/>
                </a:cubicBezTo>
                <a:cubicBezTo>
                  <a:pt x="-27908" y="764880"/>
                  <a:pt x="13478" y="601367"/>
                  <a:pt x="0" y="483933"/>
                </a:cubicBezTo>
                <a:cubicBezTo>
                  <a:pt x="-13478" y="366499"/>
                  <a:pt x="4816" y="212291"/>
                  <a:pt x="0" y="0"/>
                </a:cubicBezTo>
                <a:close/>
              </a:path>
              <a:path w="1373414" h="1262435" stroke="0" extrusionOk="0">
                <a:moveTo>
                  <a:pt x="0" y="0"/>
                </a:moveTo>
                <a:cubicBezTo>
                  <a:pt x="152051" y="-4924"/>
                  <a:pt x="221088" y="7363"/>
                  <a:pt x="416602" y="0"/>
                </a:cubicBezTo>
                <a:cubicBezTo>
                  <a:pt x="612116" y="-7363"/>
                  <a:pt x="682626" y="14488"/>
                  <a:pt x="860673" y="0"/>
                </a:cubicBezTo>
                <a:cubicBezTo>
                  <a:pt x="1038720" y="-14488"/>
                  <a:pt x="1165026" y="3234"/>
                  <a:pt x="1373414" y="0"/>
                </a:cubicBezTo>
                <a:cubicBezTo>
                  <a:pt x="1375743" y="105243"/>
                  <a:pt x="1322972" y="239528"/>
                  <a:pt x="1373414" y="433436"/>
                </a:cubicBezTo>
                <a:cubicBezTo>
                  <a:pt x="1423856" y="627344"/>
                  <a:pt x="1345903" y="653459"/>
                  <a:pt x="1373414" y="828999"/>
                </a:cubicBezTo>
                <a:cubicBezTo>
                  <a:pt x="1400925" y="1004539"/>
                  <a:pt x="1360118" y="1055070"/>
                  <a:pt x="1373414" y="1262435"/>
                </a:cubicBezTo>
                <a:cubicBezTo>
                  <a:pt x="1272901" y="1266690"/>
                  <a:pt x="1068877" y="1250545"/>
                  <a:pt x="943078" y="1262435"/>
                </a:cubicBezTo>
                <a:cubicBezTo>
                  <a:pt x="817279" y="1274325"/>
                  <a:pt x="568176" y="1259125"/>
                  <a:pt x="457805" y="1262435"/>
                </a:cubicBezTo>
                <a:cubicBezTo>
                  <a:pt x="347434" y="1265745"/>
                  <a:pt x="146126" y="1209017"/>
                  <a:pt x="0" y="1262435"/>
                </a:cubicBezTo>
                <a:cubicBezTo>
                  <a:pt x="-42758" y="1115194"/>
                  <a:pt x="44297" y="957659"/>
                  <a:pt x="0" y="816375"/>
                </a:cubicBezTo>
                <a:cubicBezTo>
                  <a:pt x="-44297" y="675091"/>
                  <a:pt x="45900" y="511194"/>
                  <a:pt x="0" y="433436"/>
                </a:cubicBezTo>
                <a:cubicBezTo>
                  <a:pt x="-45900" y="355678"/>
                  <a:pt x="9012" y="105759"/>
                  <a:pt x="0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extLst>
              <a:ext uri="{C807C97D-BFC1-408E-A445-0C87EB9F89A2}">
                <ask:lineSketchStyleProps xmlns:ask="http://schemas.microsoft.com/office/drawing/2018/sketchyshapes" sd="1928154157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D537538-827E-B271-9AE6-1BE7BA70C8D8}"/>
              </a:ext>
            </a:extLst>
          </p:cNvPr>
          <p:cNvSpPr txBox="1"/>
          <p:nvPr/>
        </p:nvSpPr>
        <p:spPr>
          <a:xfrm>
            <a:off x="6573479" y="2468789"/>
            <a:ext cx="14911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0" dirty="0">
                <a:effectLst/>
                <a:latin typeface="Ink Free" panose="03080402000500000000" pitchFamily="66" charset="0"/>
              </a:rPr>
              <a:t>Unnamed: 32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807C11B-B79D-EC54-74B5-F278E462CC63}"/>
              </a:ext>
            </a:extLst>
          </p:cNvPr>
          <p:cNvSpPr/>
          <p:nvPr/>
        </p:nvSpPr>
        <p:spPr>
          <a:xfrm>
            <a:off x="4040642" y="2163326"/>
            <a:ext cx="517679" cy="1262435"/>
          </a:xfrm>
          <a:custGeom>
            <a:avLst/>
            <a:gdLst>
              <a:gd name="connsiteX0" fmla="*/ 0 w 517679"/>
              <a:gd name="connsiteY0" fmla="*/ 0 h 1262435"/>
              <a:gd name="connsiteX1" fmla="*/ 517679 w 517679"/>
              <a:gd name="connsiteY1" fmla="*/ 0 h 1262435"/>
              <a:gd name="connsiteX2" fmla="*/ 517679 w 517679"/>
              <a:gd name="connsiteY2" fmla="*/ 433436 h 1262435"/>
              <a:gd name="connsiteX3" fmla="*/ 517679 w 517679"/>
              <a:gd name="connsiteY3" fmla="*/ 854248 h 1262435"/>
              <a:gd name="connsiteX4" fmla="*/ 517679 w 517679"/>
              <a:gd name="connsiteY4" fmla="*/ 1262435 h 1262435"/>
              <a:gd name="connsiteX5" fmla="*/ 0 w 517679"/>
              <a:gd name="connsiteY5" fmla="*/ 1262435 h 1262435"/>
              <a:gd name="connsiteX6" fmla="*/ 0 w 517679"/>
              <a:gd name="connsiteY6" fmla="*/ 866872 h 1262435"/>
              <a:gd name="connsiteX7" fmla="*/ 0 w 517679"/>
              <a:gd name="connsiteY7" fmla="*/ 446060 h 1262435"/>
              <a:gd name="connsiteX8" fmla="*/ 0 w 517679"/>
              <a:gd name="connsiteY8" fmla="*/ 0 h 12624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17679" h="1262435" fill="none" extrusionOk="0">
                <a:moveTo>
                  <a:pt x="0" y="0"/>
                </a:moveTo>
                <a:cubicBezTo>
                  <a:pt x="171440" y="-45326"/>
                  <a:pt x="315093" y="58210"/>
                  <a:pt x="517679" y="0"/>
                </a:cubicBezTo>
                <a:cubicBezTo>
                  <a:pt x="566028" y="87963"/>
                  <a:pt x="496573" y="338979"/>
                  <a:pt x="517679" y="433436"/>
                </a:cubicBezTo>
                <a:cubicBezTo>
                  <a:pt x="538785" y="527893"/>
                  <a:pt x="491731" y="689535"/>
                  <a:pt x="517679" y="854248"/>
                </a:cubicBezTo>
                <a:cubicBezTo>
                  <a:pt x="543627" y="1018961"/>
                  <a:pt x="489645" y="1173298"/>
                  <a:pt x="517679" y="1262435"/>
                </a:cubicBezTo>
                <a:cubicBezTo>
                  <a:pt x="395976" y="1303723"/>
                  <a:pt x="232604" y="1255181"/>
                  <a:pt x="0" y="1262435"/>
                </a:cubicBezTo>
                <a:cubicBezTo>
                  <a:pt x="-3547" y="1174195"/>
                  <a:pt x="25773" y="979012"/>
                  <a:pt x="0" y="866872"/>
                </a:cubicBezTo>
                <a:cubicBezTo>
                  <a:pt x="-25773" y="754732"/>
                  <a:pt x="37066" y="540324"/>
                  <a:pt x="0" y="446060"/>
                </a:cubicBezTo>
                <a:cubicBezTo>
                  <a:pt x="-37066" y="351796"/>
                  <a:pt x="42835" y="210474"/>
                  <a:pt x="0" y="0"/>
                </a:cubicBezTo>
                <a:close/>
              </a:path>
              <a:path w="517679" h="1262435" stroke="0" extrusionOk="0">
                <a:moveTo>
                  <a:pt x="0" y="0"/>
                </a:moveTo>
                <a:cubicBezTo>
                  <a:pt x="169692" y="-16596"/>
                  <a:pt x="371952" y="35845"/>
                  <a:pt x="517679" y="0"/>
                </a:cubicBezTo>
                <a:cubicBezTo>
                  <a:pt x="538315" y="86619"/>
                  <a:pt x="479289" y="271414"/>
                  <a:pt x="517679" y="408187"/>
                </a:cubicBezTo>
                <a:cubicBezTo>
                  <a:pt x="556069" y="544960"/>
                  <a:pt x="517304" y="750326"/>
                  <a:pt x="517679" y="854248"/>
                </a:cubicBezTo>
                <a:cubicBezTo>
                  <a:pt x="518054" y="958170"/>
                  <a:pt x="505092" y="1164159"/>
                  <a:pt x="517679" y="1262435"/>
                </a:cubicBezTo>
                <a:cubicBezTo>
                  <a:pt x="317595" y="1289093"/>
                  <a:pt x="181425" y="1239138"/>
                  <a:pt x="0" y="1262435"/>
                </a:cubicBezTo>
                <a:cubicBezTo>
                  <a:pt x="-456" y="1075785"/>
                  <a:pt x="40124" y="1016039"/>
                  <a:pt x="0" y="854248"/>
                </a:cubicBezTo>
                <a:cubicBezTo>
                  <a:pt x="-40124" y="692457"/>
                  <a:pt x="11319" y="622237"/>
                  <a:pt x="0" y="471309"/>
                </a:cubicBezTo>
                <a:cubicBezTo>
                  <a:pt x="-11319" y="320381"/>
                  <a:pt x="44724" y="187669"/>
                  <a:pt x="0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extLst>
              <a:ext uri="{C807C97D-BFC1-408E-A445-0C87EB9F89A2}">
                <ask:lineSketchStyleProps xmlns:ask="http://schemas.microsoft.com/office/drawing/2018/sketchyshapes" sd="1928154157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2F55D8D-3342-740B-D31C-2EEAECEDEA61}"/>
              </a:ext>
            </a:extLst>
          </p:cNvPr>
          <p:cNvSpPr txBox="1"/>
          <p:nvPr/>
        </p:nvSpPr>
        <p:spPr>
          <a:xfrm>
            <a:off x="4133943" y="2468789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Ink Free" panose="03080402000500000000" pitchFamily="66" charset="0"/>
                <a:cs typeface="Cavolini" panose="03000502040302020204" pitchFamily="66" charset="0"/>
              </a:rPr>
              <a:t>id</a:t>
            </a:r>
            <a:endParaRPr lang="en-DE" dirty="0">
              <a:latin typeface="Ink Free" panose="03080402000500000000" pitchFamily="66" charset="0"/>
              <a:cs typeface="Cavolini" panose="03000502040302020204" pitchFamily="66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3DA0E50-08C5-3CC8-7F9F-29D6D463CBB2}"/>
              </a:ext>
            </a:extLst>
          </p:cNvPr>
          <p:cNvSpPr txBox="1"/>
          <p:nvPr/>
        </p:nvSpPr>
        <p:spPr>
          <a:xfrm>
            <a:off x="3940175" y="1768594"/>
            <a:ext cx="41636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Wisconsin Breast Cancer Dataset </a:t>
            </a:r>
            <a:r>
              <a:rPr lang="en-US" sz="1400" dirty="0"/>
              <a:t>(n=569)</a:t>
            </a:r>
            <a:endParaRPr lang="en-DE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619B6DC-11BE-883A-F807-570FF918C7DE}"/>
              </a:ext>
            </a:extLst>
          </p:cNvPr>
          <p:cNvSpPr txBox="1"/>
          <p:nvPr/>
        </p:nvSpPr>
        <p:spPr>
          <a:xfrm>
            <a:off x="4023788" y="3739987"/>
            <a:ext cx="17197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/>
                </a:solidFill>
              </a:rPr>
              <a:t>Target labels (y)</a:t>
            </a:r>
            <a:endParaRPr lang="en-DE" dirty="0">
              <a:solidFill>
                <a:schemeClr val="accent6"/>
              </a:solidFill>
            </a:endParaRPr>
          </a:p>
        </p:txBody>
      </p:sp>
      <p:cxnSp>
        <p:nvCxnSpPr>
          <p:cNvPr id="39" name="Connector: Curved 38">
            <a:extLst>
              <a:ext uri="{FF2B5EF4-FFF2-40B4-BE49-F238E27FC236}">
                <a16:creationId xmlns:a16="http://schemas.microsoft.com/office/drawing/2014/main" id="{B1279FF5-B7B4-18E3-4C39-BF973FD20EBF}"/>
              </a:ext>
            </a:extLst>
          </p:cNvPr>
          <p:cNvCxnSpPr>
            <a:cxnSpLocks/>
            <a:stCxn id="5" idx="2"/>
            <a:endCxn id="38" idx="0"/>
          </p:cNvCxnSpPr>
          <p:nvPr/>
        </p:nvCxnSpPr>
        <p:spPr>
          <a:xfrm rot="5400000">
            <a:off x="4812210" y="3484904"/>
            <a:ext cx="326513" cy="183653"/>
          </a:xfrm>
          <a:prstGeom prst="curvedConnector3">
            <a:avLst>
              <a:gd name="adj1" fmla="val 50000"/>
            </a:avLst>
          </a:prstGeom>
          <a:ln>
            <a:solidFill>
              <a:schemeClr val="tx1"/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A0737B1F-7A12-812F-8D01-30A56027C0EB}"/>
              </a:ext>
            </a:extLst>
          </p:cNvPr>
          <p:cNvSpPr txBox="1"/>
          <p:nvPr/>
        </p:nvSpPr>
        <p:spPr>
          <a:xfrm>
            <a:off x="6018934" y="3763292"/>
            <a:ext cx="9174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data (x)</a:t>
            </a:r>
            <a:endParaRPr lang="en-DE" dirty="0">
              <a:solidFill>
                <a:srgbClr val="0070C0"/>
              </a:solidFill>
            </a:endParaRPr>
          </a:p>
        </p:txBody>
      </p:sp>
      <p:cxnSp>
        <p:nvCxnSpPr>
          <p:cNvPr id="42" name="Connector: Curved 41">
            <a:extLst>
              <a:ext uri="{FF2B5EF4-FFF2-40B4-BE49-F238E27FC236}">
                <a16:creationId xmlns:a16="http://schemas.microsoft.com/office/drawing/2014/main" id="{3EC23EE0-775A-4E50-959B-4FDBBA94F37A}"/>
              </a:ext>
            </a:extLst>
          </p:cNvPr>
          <p:cNvCxnSpPr>
            <a:cxnSpLocks/>
            <a:stCxn id="10" idx="2"/>
            <a:endCxn id="41" idx="0"/>
          </p:cNvCxnSpPr>
          <p:nvPr/>
        </p:nvCxnSpPr>
        <p:spPr>
          <a:xfrm rot="16200000" flipH="1">
            <a:off x="6104866" y="3390476"/>
            <a:ext cx="346294" cy="399338"/>
          </a:xfrm>
          <a:prstGeom prst="curvedConnector3">
            <a:avLst>
              <a:gd name="adj1" fmla="val 50000"/>
            </a:avLst>
          </a:prstGeom>
          <a:ln>
            <a:solidFill>
              <a:schemeClr val="tx1"/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7" name="Picture 66">
            <a:extLst>
              <a:ext uri="{FF2B5EF4-FFF2-40B4-BE49-F238E27FC236}">
                <a16:creationId xmlns:a16="http://schemas.microsoft.com/office/drawing/2014/main" id="{05FD8EAE-6BE1-5B0A-545B-CE26404B9C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11314" y="1168950"/>
            <a:ext cx="6389162" cy="2969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91501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8285B1-FDA1-1F75-BEAB-32A1388F21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Rectangle: Rounded Corners 211">
            <a:extLst>
              <a:ext uri="{FF2B5EF4-FFF2-40B4-BE49-F238E27FC236}">
                <a16:creationId xmlns:a16="http://schemas.microsoft.com/office/drawing/2014/main" id="{758D01CC-DF1D-7CD4-9281-F6A463215FE4}"/>
              </a:ext>
            </a:extLst>
          </p:cNvPr>
          <p:cNvSpPr/>
          <p:nvPr/>
        </p:nvSpPr>
        <p:spPr>
          <a:xfrm>
            <a:off x="165100" y="35013"/>
            <a:ext cx="11912600" cy="6822987"/>
          </a:xfrm>
          <a:prstGeom prst="roundRect">
            <a:avLst>
              <a:gd name="adj" fmla="val 593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783842E5-10BC-1261-932B-D5A949353159}"/>
              </a:ext>
            </a:extLst>
          </p:cNvPr>
          <p:cNvSpPr/>
          <p:nvPr/>
        </p:nvSpPr>
        <p:spPr>
          <a:xfrm>
            <a:off x="6633047" y="3496238"/>
            <a:ext cx="5067300" cy="3126812"/>
          </a:xfrm>
          <a:custGeom>
            <a:avLst/>
            <a:gdLst>
              <a:gd name="connsiteX0" fmla="*/ 0 w 5067300"/>
              <a:gd name="connsiteY0" fmla="*/ 0 h 3126812"/>
              <a:gd name="connsiteX1" fmla="*/ 582740 w 5067300"/>
              <a:gd name="connsiteY1" fmla="*/ 0 h 3126812"/>
              <a:gd name="connsiteX2" fmla="*/ 1114806 w 5067300"/>
              <a:gd name="connsiteY2" fmla="*/ 0 h 3126812"/>
              <a:gd name="connsiteX3" fmla="*/ 1697546 w 5067300"/>
              <a:gd name="connsiteY3" fmla="*/ 0 h 3126812"/>
              <a:gd name="connsiteX4" fmla="*/ 2280285 w 5067300"/>
              <a:gd name="connsiteY4" fmla="*/ 0 h 3126812"/>
              <a:gd name="connsiteX5" fmla="*/ 2964371 w 5067300"/>
              <a:gd name="connsiteY5" fmla="*/ 0 h 3126812"/>
              <a:gd name="connsiteX6" fmla="*/ 3648456 w 5067300"/>
              <a:gd name="connsiteY6" fmla="*/ 0 h 3126812"/>
              <a:gd name="connsiteX7" fmla="*/ 4332542 w 5067300"/>
              <a:gd name="connsiteY7" fmla="*/ 0 h 3126812"/>
              <a:gd name="connsiteX8" fmla="*/ 5067300 w 5067300"/>
              <a:gd name="connsiteY8" fmla="*/ 0 h 3126812"/>
              <a:gd name="connsiteX9" fmla="*/ 5067300 w 5067300"/>
              <a:gd name="connsiteY9" fmla="*/ 594094 h 3126812"/>
              <a:gd name="connsiteX10" fmla="*/ 5067300 w 5067300"/>
              <a:gd name="connsiteY10" fmla="*/ 1281993 h 3126812"/>
              <a:gd name="connsiteX11" fmla="*/ 5067300 w 5067300"/>
              <a:gd name="connsiteY11" fmla="*/ 1813551 h 3126812"/>
              <a:gd name="connsiteX12" fmla="*/ 5067300 w 5067300"/>
              <a:gd name="connsiteY12" fmla="*/ 2376377 h 3126812"/>
              <a:gd name="connsiteX13" fmla="*/ 5067300 w 5067300"/>
              <a:gd name="connsiteY13" fmla="*/ 3126812 h 3126812"/>
              <a:gd name="connsiteX14" fmla="*/ 4535234 w 5067300"/>
              <a:gd name="connsiteY14" fmla="*/ 3126812 h 3126812"/>
              <a:gd name="connsiteX15" fmla="*/ 3952494 w 5067300"/>
              <a:gd name="connsiteY15" fmla="*/ 3126812 h 3126812"/>
              <a:gd name="connsiteX16" fmla="*/ 3471101 w 5067300"/>
              <a:gd name="connsiteY16" fmla="*/ 3126812 h 3126812"/>
              <a:gd name="connsiteX17" fmla="*/ 2837688 w 5067300"/>
              <a:gd name="connsiteY17" fmla="*/ 3126812 h 3126812"/>
              <a:gd name="connsiteX18" fmla="*/ 2254948 w 5067300"/>
              <a:gd name="connsiteY18" fmla="*/ 3126812 h 3126812"/>
              <a:gd name="connsiteX19" fmla="*/ 1621536 w 5067300"/>
              <a:gd name="connsiteY19" fmla="*/ 3126812 h 3126812"/>
              <a:gd name="connsiteX20" fmla="*/ 1038796 w 5067300"/>
              <a:gd name="connsiteY20" fmla="*/ 3126812 h 3126812"/>
              <a:gd name="connsiteX21" fmla="*/ 0 w 5067300"/>
              <a:gd name="connsiteY21" fmla="*/ 3126812 h 3126812"/>
              <a:gd name="connsiteX22" fmla="*/ 0 w 5067300"/>
              <a:gd name="connsiteY22" fmla="*/ 2532718 h 3126812"/>
              <a:gd name="connsiteX23" fmla="*/ 0 w 5067300"/>
              <a:gd name="connsiteY23" fmla="*/ 1844819 h 3126812"/>
              <a:gd name="connsiteX24" fmla="*/ 0 w 5067300"/>
              <a:gd name="connsiteY24" fmla="*/ 1313261 h 3126812"/>
              <a:gd name="connsiteX25" fmla="*/ 0 w 5067300"/>
              <a:gd name="connsiteY25" fmla="*/ 750435 h 3126812"/>
              <a:gd name="connsiteX26" fmla="*/ 0 w 5067300"/>
              <a:gd name="connsiteY26" fmla="*/ 0 h 31268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5067300" h="3126812" fill="none" extrusionOk="0">
                <a:moveTo>
                  <a:pt x="0" y="0"/>
                </a:moveTo>
                <a:cubicBezTo>
                  <a:pt x="152595" y="-2020"/>
                  <a:pt x="418787" y="2757"/>
                  <a:pt x="582740" y="0"/>
                </a:cubicBezTo>
                <a:cubicBezTo>
                  <a:pt x="746693" y="-2757"/>
                  <a:pt x="977269" y="16383"/>
                  <a:pt x="1114806" y="0"/>
                </a:cubicBezTo>
                <a:cubicBezTo>
                  <a:pt x="1252343" y="-16383"/>
                  <a:pt x="1543829" y="17596"/>
                  <a:pt x="1697546" y="0"/>
                </a:cubicBezTo>
                <a:cubicBezTo>
                  <a:pt x="1851263" y="-17596"/>
                  <a:pt x="2090883" y="7078"/>
                  <a:pt x="2280285" y="0"/>
                </a:cubicBezTo>
                <a:cubicBezTo>
                  <a:pt x="2469687" y="-7078"/>
                  <a:pt x="2809373" y="24048"/>
                  <a:pt x="2964371" y="0"/>
                </a:cubicBezTo>
                <a:cubicBezTo>
                  <a:pt x="3119369" y="-24048"/>
                  <a:pt x="3494215" y="23982"/>
                  <a:pt x="3648456" y="0"/>
                </a:cubicBezTo>
                <a:cubicBezTo>
                  <a:pt x="3802697" y="-23982"/>
                  <a:pt x="4132699" y="12467"/>
                  <a:pt x="4332542" y="0"/>
                </a:cubicBezTo>
                <a:cubicBezTo>
                  <a:pt x="4532385" y="-12467"/>
                  <a:pt x="4836224" y="-14835"/>
                  <a:pt x="5067300" y="0"/>
                </a:cubicBezTo>
                <a:cubicBezTo>
                  <a:pt x="5096052" y="285977"/>
                  <a:pt x="5045673" y="305749"/>
                  <a:pt x="5067300" y="594094"/>
                </a:cubicBezTo>
                <a:cubicBezTo>
                  <a:pt x="5088927" y="882439"/>
                  <a:pt x="5039175" y="988857"/>
                  <a:pt x="5067300" y="1281993"/>
                </a:cubicBezTo>
                <a:cubicBezTo>
                  <a:pt x="5095425" y="1575129"/>
                  <a:pt x="5042951" y="1611988"/>
                  <a:pt x="5067300" y="1813551"/>
                </a:cubicBezTo>
                <a:cubicBezTo>
                  <a:pt x="5091649" y="2015114"/>
                  <a:pt x="5090533" y="2164038"/>
                  <a:pt x="5067300" y="2376377"/>
                </a:cubicBezTo>
                <a:cubicBezTo>
                  <a:pt x="5044067" y="2588716"/>
                  <a:pt x="5095422" y="2901429"/>
                  <a:pt x="5067300" y="3126812"/>
                </a:cubicBezTo>
                <a:cubicBezTo>
                  <a:pt x="4949189" y="3150512"/>
                  <a:pt x="4664847" y="3125042"/>
                  <a:pt x="4535234" y="3126812"/>
                </a:cubicBezTo>
                <a:cubicBezTo>
                  <a:pt x="4405621" y="3128582"/>
                  <a:pt x="4170236" y="3097978"/>
                  <a:pt x="3952494" y="3126812"/>
                </a:cubicBezTo>
                <a:cubicBezTo>
                  <a:pt x="3734752" y="3155646"/>
                  <a:pt x="3673816" y="3132581"/>
                  <a:pt x="3471101" y="3126812"/>
                </a:cubicBezTo>
                <a:cubicBezTo>
                  <a:pt x="3268386" y="3121043"/>
                  <a:pt x="3146460" y="3101612"/>
                  <a:pt x="2837688" y="3126812"/>
                </a:cubicBezTo>
                <a:cubicBezTo>
                  <a:pt x="2528916" y="3152012"/>
                  <a:pt x="2521288" y="3120555"/>
                  <a:pt x="2254948" y="3126812"/>
                </a:cubicBezTo>
                <a:cubicBezTo>
                  <a:pt x="1988608" y="3133069"/>
                  <a:pt x="1861831" y="3147599"/>
                  <a:pt x="1621536" y="3126812"/>
                </a:cubicBezTo>
                <a:cubicBezTo>
                  <a:pt x="1381241" y="3106025"/>
                  <a:pt x="1303626" y="3106421"/>
                  <a:pt x="1038796" y="3126812"/>
                </a:cubicBezTo>
                <a:cubicBezTo>
                  <a:pt x="773966" y="3147203"/>
                  <a:pt x="335116" y="3104244"/>
                  <a:pt x="0" y="3126812"/>
                </a:cubicBezTo>
                <a:cubicBezTo>
                  <a:pt x="-6727" y="2887601"/>
                  <a:pt x="-14007" y="2695052"/>
                  <a:pt x="0" y="2532718"/>
                </a:cubicBezTo>
                <a:cubicBezTo>
                  <a:pt x="14007" y="2370384"/>
                  <a:pt x="-3513" y="2138698"/>
                  <a:pt x="0" y="1844819"/>
                </a:cubicBezTo>
                <a:cubicBezTo>
                  <a:pt x="3513" y="1550940"/>
                  <a:pt x="-17143" y="1440092"/>
                  <a:pt x="0" y="1313261"/>
                </a:cubicBezTo>
                <a:cubicBezTo>
                  <a:pt x="17143" y="1186430"/>
                  <a:pt x="-13542" y="908658"/>
                  <a:pt x="0" y="750435"/>
                </a:cubicBezTo>
                <a:cubicBezTo>
                  <a:pt x="13542" y="592212"/>
                  <a:pt x="-36448" y="152538"/>
                  <a:pt x="0" y="0"/>
                </a:cubicBezTo>
                <a:close/>
              </a:path>
              <a:path w="5067300" h="3126812" stroke="0" extrusionOk="0">
                <a:moveTo>
                  <a:pt x="0" y="0"/>
                </a:moveTo>
                <a:cubicBezTo>
                  <a:pt x="202996" y="4857"/>
                  <a:pt x="319317" y="23588"/>
                  <a:pt x="481394" y="0"/>
                </a:cubicBezTo>
                <a:cubicBezTo>
                  <a:pt x="643471" y="-23588"/>
                  <a:pt x="854922" y="-14628"/>
                  <a:pt x="1064133" y="0"/>
                </a:cubicBezTo>
                <a:cubicBezTo>
                  <a:pt x="1273344" y="14628"/>
                  <a:pt x="1458650" y="8077"/>
                  <a:pt x="1646873" y="0"/>
                </a:cubicBezTo>
                <a:cubicBezTo>
                  <a:pt x="1835096" y="-8077"/>
                  <a:pt x="1976302" y="985"/>
                  <a:pt x="2229612" y="0"/>
                </a:cubicBezTo>
                <a:cubicBezTo>
                  <a:pt x="2482922" y="-985"/>
                  <a:pt x="2594261" y="-20557"/>
                  <a:pt x="2711006" y="0"/>
                </a:cubicBezTo>
                <a:cubicBezTo>
                  <a:pt x="2827751" y="20557"/>
                  <a:pt x="3003666" y="16135"/>
                  <a:pt x="3243072" y="0"/>
                </a:cubicBezTo>
                <a:cubicBezTo>
                  <a:pt x="3482478" y="-16135"/>
                  <a:pt x="3561585" y="-19917"/>
                  <a:pt x="3876485" y="0"/>
                </a:cubicBezTo>
                <a:cubicBezTo>
                  <a:pt x="4191385" y="19917"/>
                  <a:pt x="4230229" y="11905"/>
                  <a:pt x="4509897" y="0"/>
                </a:cubicBezTo>
                <a:cubicBezTo>
                  <a:pt x="4789565" y="-11905"/>
                  <a:pt x="4911347" y="-4261"/>
                  <a:pt x="5067300" y="0"/>
                </a:cubicBezTo>
                <a:cubicBezTo>
                  <a:pt x="5093347" y="177447"/>
                  <a:pt x="5084812" y="343459"/>
                  <a:pt x="5067300" y="594094"/>
                </a:cubicBezTo>
                <a:cubicBezTo>
                  <a:pt x="5049788" y="844729"/>
                  <a:pt x="5075793" y="946267"/>
                  <a:pt x="5067300" y="1281993"/>
                </a:cubicBezTo>
                <a:cubicBezTo>
                  <a:pt x="5058807" y="1617719"/>
                  <a:pt x="5054466" y="1711186"/>
                  <a:pt x="5067300" y="1844819"/>
                </a:cubicBezTo>
                <a:cubicBezTo>
                  <a:pt x="5080134" y="1978452"/>
                  <a:pt x="5051970" y="2379036"/>
                  <a:pt x="5067300" y="2532718"/>
                </a:cubicBezTo>
                <a:cubicBezTo>
                  <a:pt x="5082630" y="2686400"/>
                  <a:pt x="5038445" y="2909127"/>
                  <a:pt x="5067300" y="3126812"/>
                </a:cubicBezTo>
                <a:cubicBezTo>
                  <a:pt x="4929167" y="3142844"/>
                  <a:pt x="4585473" y="3138099"/>
                  <a:pt x="4383215" y="3126812"/>
                </a:cubicBezTo>
                <a:cubicBezTo>
                  <a:pt x="4180958" y="3115525"/>
                  <a:pt x="4087149" y="3111693"/>
                  <a:pt x="3800475" y="3126812"/>
                </a:cubicBezTo>
                <a:cubicBezTo>
                  <a:pt x="3513801" y="3141931"/>
                  <a:pt x="3272375" y="3132706"/>
                  <a:pt x="3116390" y="3126812"/>
                </a:cubicBezTo>
                <a:cubicBezTo>
                  <a:pt x="2960405" y="3120918"/>
                  <a:pt x="2846784" y="3125820"/>
                  <a:pt x="2634996" y="3126812"/>
                </a:cubicBezTo>
                <a:cubicBezTo>
                  <a:pt x="2423208" y="3127804"/>
                  <a:pt x="2349236" y="3119764"/>
                  <a:pt x="2102930" y="3126812"/>
                </a:cubicBezTo>
                <a:cubicBezTo>
                  <a:pt x="1856624" y="3133860"/>
                  <a:pt x="1573572" y="3103817"/>
                  <a:pt x="1418844" y="3126812"/>
                </a:cubicBezTo>
                <a:cubicBezTo>
                  <a:pt x="1264116" y="3149807"/>
                  <a:pt x="1015499" y="3143120"/>
                  <a:pt x="734759" y="3126812"/>
                </a:cubicBezTo>
                <a:cubicBezTo>
                  <a:pt x="454020" y="3110504"/>
                  <a:pt x="261557" y="3139112"/>
                  <a:pt x="0" y="3126812"/>
                </a:cubicBezTo>
                <a:cubicBezTo>
                  <a:pt x="-18538" y="2987935"/>
                  <a:pt x="7531" y="2804116"/>
                  <a:pt x="0" y="2563986"/>
                </a:cubicBezTo>
                <a:cubicBezTo>
                  <a:pt x="-7531" y="2323856"/>
                  <a:pt x="30922" y="2096166"/>
                  <a:pt x="0" y="1876087"/>
                </a:cubicBezTo>
                <a:cubicBezTo>
                  <a:pt x="-30922" y="1656008"/>
                  <a:pt x="-6096" y="1496764"/>
                  <a:pt x="0" y="1219457"/>
                </a:cubicBezTo>
                <a:cubicBezTo>
                  <a:pt x="6096" y="942150"/>
                  <a:pt x="15417" y="879666"/>
                  <a:pt x="0" y="687899"/>
                </a:cubicBezTo>
                <a:cubicBezTo>
                  <a:pt x="-15417" y="496132"/>
                  <a:pt x="-25470" y="224824"/>
                  <a:pt x="0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3798046833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55FFBBC0-1419-F94D-408A-FA7FE84870F7}"/>
              </a:ext>
            </a:extLst>
          </p:cNvPr>
          <p:cNvSpPr/>
          <p:nvPr/>
        </p:nvSpPr>
        <p:spPr>
          <a:xfrm>
            <a:off x="404649" y="3496238"/>
            <a:ext cx="5067300" cy="3126812"/>
          </a:xfrm>
          <a:custGeom>
            <a:avLst/>
            <a:gdLst>
              <a:gd name="connsiteX0" fmla="*/ 0 w 5067300"/>
              <a:gd name="connsiteY0" fmla="*/ 0 h 3126812"/>
              <a:gd name="connsiteX1" fmla="*/ 582740 w 5067300"/>
              <a:gd name="connsiteY1" fmla="*/ 0 h 3126812"/>
              <a:gd name="connsiteX2" fmla="*/ 1114806 w 5067300"/>
              <a:gd name="connsiteY2" fmla="*/ 0 h 3126812"/>
              <a:gd name="connsiteX3" fmla="*/ 1697546 w 5067300"/>
              <a:gd name="connsiteY3" fmla="*/ 0 h 3126812"/>
              <a:gd name="connsiteX4" fmla="*/ 2280285 w 5067300"/>
              <a:gd name="connsiteY4" fmla="*/ 0 h 3126812"/>
              <a:gd name="connsiteX5" fmla="*/ 2964371 w 5067300"/>
              <a:gd name="connsiteY5" fmla="*/ 0 h 3126812"/>
              <a:gd name="connsiteX6" fmla="*/ 3648456 w 5067300"/>
              <a:gd name="connsiteY6" fmla="*/ 0 h 3126812"/>
              <a:gd name="connsiteX7" fmla="*/ 4332542 w 5067300"/>
              <a:gd name="connsiteY7" fmla="*/ 0 h 3126812"/>
              <a:gd name="connsiteX8" fmla="*/ 5067300 w 5067300"/>
              <a:gd name="connsiteY8" fmla="*/ 0 h 3126812"/>
              <a:gd name="connsiteX9" fmla="*/ 5067300 w 5067300"/>
              <a:gd name="connsiteY9" fmla="*/ 594094 h 3126812"/>
              <a:gd name="connsiteX10" fmla="*/ 5067300 w 5067300"/>
              <a:gd name="connsiteY10" fmla="*/ 1281993 h 3126812"/>
              <a:gd name="connsiteX11" fmla="*/ 5067300 w 5067300"/>
              <a:gd name="connsiteY11" fmla="*/ 1813551 h 3126812"/>
              <a:gd name="connsiteX12" fmla="*/ 5067300 w 5067300"/>
              <a:gd name="connsiteY12" fmla="*/ 2376377 h 3126812"/>
              <a:gd name="connsiteX13" fmla="*/ 5067300 w 5067300"/>
              <a:gd name="connsiteY13" fmla="*/ 3126812 h 3126812"/>
              <a:gd name="connsiteX14" fmla="*/ 4535234 w 5067300"/>
              <a:gd name="connsiteY14" fmla="*/ 3126812 h 3126812"/>
              <a:gd name="connsiteX15" fmla="*/ 3952494 w 5067300"/>
              <a:gd name="connsiteY15" fmla="*/ 3126812 h 3126812"/>
              <a:gd name="connsiteX16" fmla="*/ 3471101 w 5067300"/>
              <a:gd name="connsiteY16" fmla="*/ 3126812 h 3126812"/>
              <a:gd name="connsiteX17" fmla="*/ 2837688 w 5067300"/>
              <a:gd name="connsiteY17" fmla="*/ 3126812 h 3126812"/>
              <a:gd name="connsiteX18" fmla="*/ 2254948 w 5067300"/>
              <a:gd name="connsiteY18" fmla="*/ 3126812 h 3126812"/>
              <a:gd name="connsiteX19" fmla="*/ 1621536 w 5067300"/>
              <a:gd name="connsiteY19" fmla="*/ 3126812 h 3126812"/>
              <a:gd name="connsiteX20" fmla="*/ 1038796 w 5067300"/>
              <a:gd name="connsiteY20" fmla="*/ 3126812 h 3126812"/>
              <a:gd name="connsiteX21" fmla="*/ 0 w 5067300"/>
              <a:gd name="connsiteY21" fmla="*/ 3126812 h 3126812"/>
              <a:gd name="connsiteX22" fmla="*/ 0 w 5067300"/>
              <a:gd name="connsiteY22" fmla="*/ 2532718 h 3126812"/>
              <a:gd name="connsiteX23" fmla="*/ 0 w 5067300"/>
              <a:gd name="connsiteY23" fmla="*/ 1844819 h 3126812"/>
              <a:gd name="connsiteX24" fmla="*/ 0 w 5067300"/>
              <a:gd name="connsiteY24" fmla="*/ 1313261 h 3126812"/>
              <a:gd name="connsiteX25" fmla="*/ 0 w 5067300"/>
              <a:gd name="connsiteY25" fmla="*/ 750435 h 3126812"/>
              <a:gd name="connsiteX26" fmla="*/ 0 w 5067300"/>
              <a:gd name="connsiteY26" fmla="*/ 0 h 31268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5067300" h="3126812" fill="none" extrusionOk="0">
                <a:moveTo>
                  <a:pt x="0" y="0"/>
                </a:moveTo>
                <a:cubicBezTo>
                  <a:pt x="152595" y="-2020"/>
                  <a:pt x="418787" y="2757"/>
                  <a:pt x="582740" y="0"/>
                </a:cubicBezTo>
                <a:cubicBezTo>
                  <a:pt x="746693" y="-2757"/>
                  <a:pt x="977269" y="16383"/>
                  <a:pt x="1114806" y="0"/>
                </a:cubicBezTo>
                <a:cubicBezTo>
                  <a:pt x="1252343" y="-16383"/>
                  <a:pt x="1543829" y="17596"/>
                  <a:pt x="1697546" y="0"/>
                </a:cubicBezTo>
                <a:cubicBezTo>
                  <a:pt x="1851263" y="-17596"/>
                  <a:pt x="2090883" y="7078"/>
                  <a:pt x="2280285" y="0"/>
                </a:cubicBezTo>
                <a:cubicBezTo>
                  <a:pt x="2469687" y="-7078"/>
                  <a:pt x="2809373" y="24048"/>
                  <a:pt x="2964371" y="0"/>
                </a:cubicBezTo>
                <a:cubicBezTo>
                  <a:pt x="3119369" y="-24048"/>
                  <a:pt x="3494215" y="23982"/>
                  <a:pt x="3648456" y="0"/>
                </a:cubicBezTo>
                <a:cubicBezTo>
                  <a:pt x="3802697" y="-23982"/>
                  <a:pt x="4132699" y="12467"/>
                  <a:pt x="4332542" y="0"/>
                </a:cubicBezTo>
                <a:cubicBezTo>
                  <a:pt x="4532385" y="-12467"/>
                  <a:pt x="4836224" y="-14835"/>
                  <a:pt x="5067300" y="0"/>
                </a:cubicBezTo>
                <a:cubicBezTo>
                  <a:pt x="5096052" y="285977"/>
                  <a:pt x="5045673" y="305749"/>
                  <a:pt x="5067300" y="594094"/>
                </a:cubicBezTo>
                <a:cubicBezTo>
                  <a:pt x="5088927" y="882439"/>
                  <a:pt x="5039175" y="988857"/>
                  <a:pt x="5067300" y="1281993"/>
                </a:cubicBezTo>
                <a:cubicBezTo>
                  <a:pt x="5095425" y="1575129"/>
                  <a:pt x="5042951" y="1611988"/>
                  <a:pt x="5067300" y="1813551"/>
                </a:cubicBezTo>
                <a:cubicBezTo>
                  <a:pt x="5091649" y="2015114"/>
                  <a:pt x="5090533" y="2164038"/>
                  <a:pt x="5067300" y="2376377"/>
                </a:cubicBezTo>
                <a:cubicBezTo>
                  <a:pt x="5044067" y="2588716"/>
                  <a:pt x="5095422" y="2901429"/>
                  <a:pt x="5067300" y="3126812"/>
                </a:cubicBezTo>
                <a:cubicBezTo>
                  <a:pt x="4949189" y="3150512"/>
                  <a:pt x="4664847" y="3125042"/>
                  <a:pt x="4535234" y="3126812"/>
                </a:cubicBezTo>
                <a:cubicBezTo>
                  <a:pt x="4405621" y="3128582"/>
                  <a:pt x="4170236" y="3097978"/>
                  <a:pt x="3952494" y="3126812"/>
                </a:cubicBezTo>
                <a:cubicBezTo>
                  <a:pt x="3734752" y="3155646"/>
                  <a:pt x="3673816" y="3132581"/>
                  <a:pt x="3471101" y="3126812"/>
                </a:cubicBezTo>
                <a:cubicBezTo>
                  <a:pt x="3268386" y="3121043"/>
                  <a:pt x="3146460" y="3101612"/>
                  <a:pt x="2837688" y="3126812"/>
                </a:cubicBezTo>
                <a:cubicBezTo>
                  <a:pt x="2528916" y="3152012"/>
                  <a:pt x="2521288" y="3120555"/>
                  <a:pt x="2254948" y="3126812"/>
                </a:cubicBezTo>
                <a:cubicBezTo>
                  <a:pt x="1988608" y="3133069"/>
                  <a:pt x="1861831" y="3147599"/>
                  <a:pt x="1621536" y="3126812"/>
                </a:cubicBezTo>
                <a:cubicBezTo>
                  <a:pt x="1381241" y="3106025"/>
                  <a:pt x="1303626" y="3106421"/>
                  <a:pt x="1038796" y="3126812"/>
                </a:cubicBezTo>
                <a:cubicBezTo>
                  <a:pt x="773966" y="3147203"/>
                  <a:pt x="335116" y="3104244"/>
                  <a:pt x="0" y="3126812"/>
                </a:cubicBezTo>
                <a:cubicBezTo>
                  <a:pt x="-6727" y="2887601"/>
                  <a:pt x="-14007" y="2695052"/>
                  <a:pt x="0" y="2532718"/>
                </a:cubicBezTo>
                <a:cubicBezTo>
                  <a:pt x="14007" y="2370384"/>
                  <a:pt x="-3513" y="2138698"/>
                  <a:pt x="0" y="1844819"/>
                </a:cubicBezTo>
                <a:cubicBezTo>
                  <a:pt x="3513" y="1550940"/>
                  <a:pt x="-17143" y="1440092"/>
                  <a:pt x="0" y="1313261"/>
                </a:cubicBezTo>
                <a:cubicBezTo>
                  <a:pt x="17143" y="1186430"/>
                  <a:pt x="-13542" y="908658"/>
                  <a:pt x="0" y="750435"/>
                </a:cubicBezTo>
                <a:cubicBezTo>
                  <a:pt x="13542" y="592212"/>
                  <a:pt x="-36448" y="152538"/>
                  <a:pt x="0" y="0"/>
                </a:cubicBezTo>
                <a:close/>
              </a:path>
              <a:path w="5067300" h="3126812" stroke="0" extrusionOk="0">
                <a:moveTo>
                  <a:pt x="0" y="0"/>
                </a:moveTo>
                <a:cubicBezTo>
                  <a:pt x="202996" y="4857"/>
                  <a:pt x="319317" y="23588"/>
                  <a:pt x="481394" y="0"/>
                </a:cubicBezTo>
                <a:cubicBezTo>
                  <a:pt x="643471" y="-23588"/>
                  <a:pt x="854922" y="-14628"/>
                  <a:pt x="1064133" y="0"/>
                </a:cubicBezTo>
                <a:cubicBezTo>
                  <a:pt x="1273344" y="14628"/>
                  <a:pt x="1458650" y="8077"/>
                  <a:pt x="1646873" y="0"/>
                </a:cubicBezTo>
                <a:cubicBezTo>
                  <a:pt x="1835096" y="-8077"/>
                  <a:pt x="1976302" y="985"/>
                  <a:pt x="2229612" y="0"/>
                </a:cubicBezTo>
                <a:cubicBezTo>
                  <a:pt x="2482922" y="-985"/>
                  <a:pt x="2594261" y="-20557"/>
                  <a:pt x="2711006" y="0"/>
                </a:cubicBezTo>
                <a:cubicBezTo>
                  <a:pt x="2827751" y="20557"/>
                  <a:pt x="3003666" y="16135"/>
                  <a:pt x="3243072" y="0"/>
                </a:cubicBezTo>
                <a:cubicBezTo>
                  <a:pt x="3482478" y="-16135"/>
                  <a:pt x="3561585" y="-19917"/>
                  <a:pt x="3876485" y="0"/>
                </a:cubicBezTo>
                <a:cubicBezTo>
                  <a:pt x="4191385" y="19917"/>
                  <a:pt x="4230229" y="11905"/>
                  <a:pt x="4509897" y="0"/>
                </a:cubicBezTo>
                <a:cubicBezTo>
                  <a:pt x="4789565" y="-11905"/>
                  <a:pt x="4911347" y="-4261"/>
                  <a:pt x="5067300" y="0"/>
                </a:cubicBezTo>
                <a:cubicBezTo>
                  <a:pt x="5093347" y="177447"/>
                  <a:pt x="5084812" y="343459"/>
                  <a:pt x="5067300" y="594094"/>
                </a:cubicBezTo>
                <a:cubicBezTo>
                  <a:pt x="5049788" y="844729"/>
                  <a:pt x="5075793" y="946267"/>
                  <a:pt x="5067300" y="1281993"/>
                </a:cubicBezTo>
                <a:cubicBezTo>
                  <a:pt x="5058807" y="1617719"/>
                  <a:pt x="5054466" y="1711186"/>
                  <a:pt x="5067300" y="1844819"/>
                </a:cubicBezTo>
                <a:cubicBezTo>
                  <a:pt x="5080134" y="1978452"/>
                  <a:pt x="5051970" y="2379036"/>
                  <a:pt x="5067300" y="2532718"/>
                </a:cubicBezTo>
                <a:cubicBezTo>
                  <a:pt x="5082630" y="2686400"/>
                  <a:pt x="5038445" y="2909127"/>
                  <a:pt x="5067300" y="3126812"/>
                </a:cubicBezTo>
                <a:cubicBezTo>
                  <a:pt x="4929167" y="3142844"/>
                  <a:pt x="4585473" y="3138099"/>
                  <a:pt x="4383215" y="3126812"/>
                </a:cubicBezTo>
                <a:cubicBezTo>
                  <a:pt x="4180958" y="3115525"/>
                  <a:pt x="4087149" y="3111693"/>
                  <a:pt x="3800475" y="3126812"/>
                </a:cubicBezTo>
                <a:cubicBezTo>
                  <a:pt x="3513801" y="3141931"/>
                  <a:pt x="3272375" y="3132706"/>
                  <a:pt x="3116390" y="3126812"/>
                </a:cubicBezTo>
                <a:cubicBezTo>
                  <a:pt x="2960405" y="3120918"/>
                  <a:pt x="2846784" y="3125820"/>
                  <a:pt x="2634996" y="3126812"/>
                </a:cubicBezTo>
                <a:cubicBezTo>
                  <a:pt x="2423208" y="3127804"/>
                  <a:pt x="2349236" y="3119764"/>
                  <a:pt x="2102930" y="3126812"/>
                </a:cubicBezTo>
                <a:cubicBezTo>
                  <a:pt x="1856624" y="3133860"/>
                  <a:pt x="1573572" y="3103817"/>
                  <a:pt x="1418844" y="3126812"/>
                </a:cubicBezTo>
                <a:cubicBezTo>
                  <a:pt x="1264116" y="3149807"/>
                  <a:pt x="1015499" y="3143120"/>
                  <a:pt x="734759" y="3126812"/>
                </a:cubicBezTo>
                <a:cubicBezTo>
                  <a:pt x="454020" y="3110504"/>
                  <a:pt x="261557" y="3139112"/>
                  <a:pt x="0" y="3126812"/>
                </a:cubicBezTo>
                <a:cubicBezTo>
                  <a:pt x="-18538" y="2987935"/>
                  <a:pt x="7531" y="2804116"/>
                  <a:pt x="0" y="2563986"/>
                </a:cubicBezTo>
                <a:cubicBezTo>
                  <a:pt x="-7531" y="2323856"/>
                  <a:pt x="30922" y="2096166"/>
                  <a:pt x="0" y="1876087"/>
                </a:cubicBezTo>
                <a:cubicBezTo>
                  <a:pt x="-30922" y="1656008"/>
                  <a:pt x="-6096" y="1496764"/>
                  <a:pt x="0" y="1219457"/>
                </a:cubicBezTo>
                <a:cubicBezTo>
                  <a:pt x="6096" y="942150"/>
                  <a:pt x="15417" y="879666"/>
                  <a:pt x="0" y="687899"/>
                </a:cubicBezTo>
                <a:cubicBezTo>
                  <a:pt x="-15417" y="496132"/>
                  <a:pt x="-25470" y="224824"/>
                  <a:pt x="0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3798046833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B46929A-A3A8-7C13-7957-FB842DB54436}"/>
              </a:ext>
            </a:extLst>
          </p:cNvPr>
          <p:cNvSpPr/>
          <p:nvPr/>
        </p:nvSpPr>
        <p:spPr>
          <a:xfrm>
            <a:off x="3534067" y="250913"/>
            <a:ext cx="5067300" cy="115390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3798046833">
                  <a:custGeom>
                    <a:avLst/>
                    <a:gdLst>
                      <a:gd name="connsiteX0" fmla="*/ 0 w 3919682"/>
                      <a:gd name="connsiteY0" fmla="*/ 0 h 1246909"/>
                      <a:gd name="connsiteX1" fmla="*/ 481561 w 3919682"/>
                      <a:gd name="connsiteY1" fmla="*/ 0 h 1246909"/>
                      <a:gd name="connsiteX2" fmla="*/ 963122 w 3919682"/>
                      <a:gd name="connsiteY2" fmla="*/ 0 h 1246909"/>
                      <a:gd name="connsiteX3" fmla="*/ 1601470 w 3919682"/>
                      <a:gd name="connsiteY3" fmla="*/ 0 h 1246909"/>
                      <a:gd name="connsiteX4" fmla="*/ 2161425 w 3919682"/>
                      <a:gd name="connsiteY4" fmla="*/ 0 h 1246909"/>
                      <a:gd name="connsiteX5" fmla="*/ 2799773 w 3919682"/>
                      <a:gd name="connsiteY5" fmla="*/ 0 h 1246909"/>
                      <a:gd name="connsiteX6" fmla="*/ 3359727 w 3919682"/>
                      <a:gd name="connsiteY6" fmla="*/ 0 h 1246909"/>
                      <a:gd name="connsiteX7" fmla="*/ 3919682 w 3919682"/>
                      <a:gd name="connsiteY7" fmla="*/ 0 h 1246909"/>
                      <a:gd name="connsiteX8" fmla="*/ 3919682 w 3919682"/>
                      <a:gd name="connsiteY8" fmla="*/ 415636 h 1246909"/>
                      <a:gd name="connsiteX9" fmla="*/ 3919682 w 3919682"/>
                      <a:gd name="connsiteY9" fmla="*/ 818804 h 1246909"/>
                      <a:gd name="connsiteX10" fmla="*/ 3919682 w 3919682"/>
                      <a:gd name="connsiteY10" fmla="*/ 1246909 h 1246909"/>
                      <a:gd name="connsiteX11" fmla="*/ 3359727 w 3919682"/>
                      <a:gd name="connsiteY11" fmla="*/ 1246909 h 1246909"/>
                      <a:gd name="connsiteX12" fmla="*/ 2721379 w 3919682"/>
                      <a:gd name="connsiteY12" fmla="*/ 1246909 h 1246909"/>
                      <a:gd name="connsiteX13" fmla="*/ 2083031 w 3919682"/>
                      <a:gd name="connsiteY13" fmla="*/ 1246909 h 1246909"/>
                      <a:gd name="connsiteX14" fmla="*/ 1483880 w 3919682"/>
                      <a:gd name="connsiteY14" fmla="*/ 1246909 h 1246909"/>
                      <a:gd name="connsiteX15" fmla="*/ 845531 w 3919682"/>
                      <a:gd name="connsiteY15" fmla="*/ 1246909 h 1246909"/>
                      <a:gd name="connsiteX16" fmla="*/ 0 w 3919682"/>
                      <a:gd name="connsiteY16" fmla="*/ 1246909 h 1246909"/>
                      <a:gd name="connsiteX17" fmla="*/ 0 w 3919682"/>
                      <a:gd name="connsiteY17" fmla="*/ 868680 h 1246909"/>
                      <a:gd name="connsiteX18" fmla="*/ 0 w 3919682"/>
                      <a:gd name="connsiteY18" fmla="*/ 477982 h 1246909"/>
                      <a:gd name="connsiteX19" fmla="*/ 0 w 3919682"/>
                      <a:gd name="connsiteY19" fmla="*/ 0 h 124690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</a:cxnLst>
                    <a:rect l="l" t="t" r="r" b="b"/>
                    <a:pathLst>
                      <a:path w="3919682" h="1246909" fill="none" extrusionOk="0">
                        <a:moveTo>
                          <a:pt x="0" y="0"/>
                        </a:moveTo>
                        <a:cubicBezTo>
                          <a:pt x="217841" y="-5164"/>
                          <a:pt x="345386" y="23210"/>
                          <a:pt x="481561" y="0"/>
                        </a:cubicBezTo>
                        <a:cubicBezTo>
                          <a:pt x="617736" y="-23210"/>
                          <a:pt x="832695" y="3456"/>
                          <a:pt x="963122" y="0"/>
                        </a:cubicBezTo>
                        <a:cubicBezTo>
                          <a:pt x="1093549" y="-3456"/>
                          <a:pt x="1417580" y="66571"/>
                          <a:pt x="1601470" y="0"/>
                        </a:cubicBezTo>
                        <a:cubicBezTo>
                          <a:pt x="1785360" y="-66571"/>
                          <a:pt x="2022955" y="18624"/>
                          <a:pt x="2161425" y="0"/>
                        </a:cubicBezTo>
                        <a:cubicBezTo>
                          <a:pt x="2299895" y="-18624"/>
                          <a:pt x="2656056" y="73400"/>
                          <a:pt x="2799773" y="0"/>
                        </a:cubicBezTo>
                        <a:cubicBezTo>
                          <a:pt x="2943490" y="-73400"/>
                          <a:pt x="3113858" y="52940"/>
                          <a:pt x="3359727" y="0"/>
                        </a:cubicBezTo>
                        <a:cubicBezTo>
                          <a:pt x="3605596" y="-52940"/>
                          <a:pt x="3663068" y="55"/>
                          <a:pt x="3919682" y="0"/>
                        </a:cubicBezTo>
                        <a:cubicBezTo>
                          <a:pt x="3945174" y="125074"/>
                          <a:pt x="3898170" y="310450"/>
                          <a:pt x="3919682" y="415636"/>
                        </a:cubicBezTo>
                        <a:cubicBezTo>
                          <a:pt x="3941194" y="520822"/>
                          <a:pt x="3874110" y="703950"/>
                          <a:pt x="3919682" y="818804"/>
                        </a:cubicBezTo>
                        <a:cubicBezTo>
                          <a:pt x="3965254" y="933658"/>
                          <a:pt x="3888415" y="1158015"/>
                          <a:pt x="3919682" y="1246909"/>
                        </a:cubicBezTo>
                        <a:cubicBezTo>
                          <a:pt x="3673291" y="1298668"/>
                          <a:pt x="3571793" y="1238380"/>
                          <a:pt x="3359727" y="1246909"/>
                        </a:cubicBezTo>
                        <a:cubicBezTo>
                          <a:pt x="3147661" y="1255438"/>
                          <a:pt x="2874758" y="1241414"/>
                          <a:pt x="2721379" y="1246909"/>
                        </a:cubicBezTo>
                        <a:cubicBezTo>
                          <a:pt x="2568000" y="1252404"/>
                          <a:pt x="2369880" y="1216431"/>
                          <a:pt x="2083031" y="1246909"/>
                        </a:cubicBezTo>
                        <a:cubicBezTo>
                          <a:pt x="1796182" y="1277387"/>
                          <a:pt x="1782228" y="1176171"/>
                          <a:pt x="1483880" y="1246909"/>
                        </a:cubicBezTo>
                        <a:cubicBezTo>
                          <a:pt x="1185532" y="1317647"/>
                          <a:pt x="1017553" y="1221751"/>
                          <a:pt x="845531" y="1246909"/>
                        </a:cubicBezTo>
                        <a:cubicBezTo>
                          <a:pt x="673509" y="1272067"/>
                          <a:pt x="408064" y="1195320"/>
                          <a:pt x="0" y="1246909"/>
                        </a:cubicBezTo>
                        <a:cubicBezTo>
                          <a:pt x="-11326" y="1137265"/>
                          <a:pt x="11362" y="996057"/>
                          <a:pt x="0" y="868680"/>
                        </a:cubicBezTo>
                        <a:cubicBezTo>
                          <a:pt x="-11362" y="741303"/>
                          <a:pt x="9834" y="656917"/>
                          <a:pt x="0" y="477982"/>
                        </a:cubicBezTo>
                        <a:cubicBezTo>
                          <a:pt x="-9834" y="299047"/>
                          <a:pt x="33103" y="116700"/>
                          <a:pt x="0" y="0"/>
                        </a:cubicBezTo>
                        <a:close/>
                      </a:path>
                      <a:path w="3919682" h="1246909" stroke="0" extrusionOk="0">
                        <a:moveTo>
                          <a:pt x="0" y="0"/>
                        </a:moveTo>
                        <a:cubicBezTo>
                          <a:pt x="153422" y="-41418"/>
                          <a:pt x="285510" y="42575"/>
                          <a:pt x="442364" y="0"/>
                        </a:cubicBezTo>
                        <a:cubicBezTo>
                          <a:pt x="599218" y="-42575"/>
                          <a:pt x="820569" y="21103"/>
                          <a:pt x="963122" y="0"/>
                        </a:cubicBezTo>
                        <a:cubicBezTo>
                          <a:pt x="1105675" y="-21103"/>
                          <a:pt x="1368377" y="9518"/>
                          <a:pt x="1483880" y="0"/>
                        </a:cubicBezTo>
                        <a:cubicBezTo>
                          <a:pt x="1599383" y="-9518"/>
                          <a:pt x="1871875" y="10562"/>
                          <a:pt x="2004637" y="0"/>
                        </a:cubicBezTo>
                        <a:cubicBezTo>
                          <a:pt x="2137399" y="-10562"/>
                          <a:pt x="2347925" y="34173"/>
                          <a:pt x="2447001" y="0"/>
                        </a:cubicBezTo>
                        <a:cubicBezTo>
                          <a:pt x="2546077" y="-34173"/>
                          <a:pt x="2758154" y="51418"/>
                          <a:pt x="2928562" y="0"/>
                        </a:cubicBezTo>
                        <a:cubicBezTo>
                          <a:pt x="3098970" y="-51418"/>
                          <a:pt x="3425841" y="19840"/>
                          <a:pt x="3919682" y="0"/>
                        </a:cubicBezTo>
                        <a:cubicBezTo>
                          <a:pt x="3926180" y="134097"/>
                          <a:pt x="3899686" y="245469"/>
                          <a:pt x="3919682" y="415636"/>
                        </a:cubicBezTo>
                        <a:cubicBezTo>
                          <a:pt x="3939678" y="585803"/>
                          <a:pt x="3911216" y="682801"/>
                          <a:pt x="3919682" y="818804"/>
                        </a:cubicBezTo>
                        <a:cubicBezTo>
                          <a:pt x="3928148" y="954807"/>
                          <a:pt x="3869954" y="1077654"/>
                          <a:pt x="3919682" y="1246909"/>
                        </a:cubicBezTo>
                        <a:cubicBezTo>
                          <a:pt x="3622626" y="1287122"/>
                          <a:pt x="3425096" y="1175924"/>
                          <a:pt x="3281334" y="1246909"/>
                        </a:cubicBezTo>
                        <a:cubicBezTo>
                          <a:pt x="3137572" y="1317894"/>
                          <a:pt x="2962800" y="1243584"/>
                          <a:pt x="2838970" y="1246909"/>
                        </a:cubicBezTo>
                        <a:cubicBezTo>
                          <a:pt x="2715140" y="1250234"/>
                          <a:pt x="2517715" y="1239211"/>
                          <a:pt x="2318212" y="1246909"/>
                        </a:cubicBezTo>
                        <a:cubicBezTo>
                          <a:pt x="2118709" y="1254607"/>
                          <a:pt x="1846283" y="1214571"/>
                          <a:pt x="1679864" y="1246909"/>
                        </a:cubicBezTo>
                        <a:cubicBezTo>
                          <a:pt x="1513445" y="1279247"/>
                          <a:pt x="1356533" y="1203939"/>
                          <a:pt x="1080712" y="1246909"/>
                        </a:cubicBezTo>
                        <a:cubicBezTo>
                          <a:pt x="804891" y="1289879"/>
                          <a:pt x="784821" y="1221926"/>
                          <a:pt x="559955" y="1246909"/>
                        </a:cubicBezTo>
                        <a:cubicBezTo>
                          <a:pt x="335089" y="1271892"/>
                          <a:pt x="123187" y="1221061"/>
                          <a:pt x="0" y="1246909"/>
                        </a:cubicBezTo>
                        <a:cubicBezTo>
                          <a:pt x="-28043" y="1148436"/>
                          <a:pt x="21163" y="1048567"/>
                          <a:pt x="0" y="868680"/>
                        </a:cubicBezTo>
                        <a:cubicBezTo>
                          <a:pt x="-21163" y="688793"/>
                          <a:pt x="37553" y="557416"/>
                          <a:pt x="0" y="440575"/>
                        </a:cubicBezTo>
                        <a:cubicBezTo>
                          <a:pt x="-37553" y="323734"/>
                          <a:pt x="4557" y="209890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83382AE-04AD-CD71-73E4-7F8667DF9035}"/>
              </a:ext>
            </a:extLst>
          </p:cNvPr>
          <p:cNvSpPr/>
          <p:nvPr/>
        </p:nvSpPr>
        <p:spPr>
          <a:xfrm>
            <a:off x="3682293" y="587604"/>
            <a:ext cx="939470" cy="737546"/>
          </a:xfrm>
          <a:custGeom>
            <a:avLst/>
            <a:gdLst>
              <a:gd name="connsiteX0" fmla="*/ 0 w 939470"/>
              <a:gd name="connsiteY0" fmla="*/ 0 h 737546"/>
              <a:gd name="connsiteX1" fmla="*/ 488524 w 939470"/>
              <a:gd name="connsiteY1" fmla="*/ 0 h 737546"/>
              <a:gd name="connsiteX2" fmla="*/ 939470 w 939470"/>
              <a:gd name="connsiteY2" fmla="*/ 0 h 737546"/>
              <a:gd name="connsiteX3" fmla="*/ 939470 w 939470"/>
              <a:gd name="connsiteY3" fmla="*/ 368773 h 737546"/>
              <a:gd name="connsiteX4" fmla="*/ 939470 w 939470"/>
              <a:gd name="connsiteY4" fmla="*/ 737546 h 737546"/>
              <a:gd name="connsiteX5" fmla="*/ 488524 w 939470"/>
              <a:gd name="connsiteY5" fmla="*/ 737546 h 737546"/>
              <a:gd name="connsiteX6" fmla="*/ 0 w 939470"/>
              <a:gd name="connsiteY6" fmla="*/ 737546 h 737546"/>
              <a:gd name="connsiteX7" fmla="*/ 0 w 939470"/>
              <a:gd name="connsiteY7" fmla="*/ 390899 h 737546"/>
              <a:gd name="connsiteX8" fmla="*/ 0 w 939470"/>
              <a:gd name="connsiteY8" fmla="*/ 0 h 7375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39470" h="737546" fill="none" extrusionOk="0">
                <a:moveTo>
                  <a:pt x="0" y="0"/>
                </a:moveTo>
                <a:cubicBezTo>
                  <a:pt x="216540" y="-37984"/>
                  <a:pt x="309766" y="28950"/>
                  <a:pt x="488524" y="0"/>
                </a:cubicBezTo>
                <a:cubicBezTo>
                  <a:pt x="667282" y="-28950"/>
                  <a:pt x="833094" y="51644"/>
                  <a:pt x="939470" y="0"/>
                </a:cubicBezTo>
                <a:cubicBezTo>
                  <a:pt x="941738" y="77651"/>
                  <a:pt x="935812" y="288062"/>
                  <a:pt x="939470" y="368773"/>
                </a:cubicBezTo>
                <a:cubicBezTo>
                  <a:pt x="943128" y="449484"/>
                  <a:pt x="931991" y="658596"/>
                  <a:pt x="939470" y="737546"/>
                </a:cubicBezTo>
                <a:cubicBezTo>
                  <a:pt x="770334" y="790139"/>
                  <a:pt x="659117" y="690693"/>
                  <a:pt x="488524" y="737546"/>
                </a:cubicBezTo>
                <a:cubicBezTo>
                  <a:pt x="317931" y="784399"/>
                  <a:pt x="154237" y="688218"/>
                  <a:pt x="0" y="737546"/>
                </a:cubicBezTo>
                <a:cubicBezTo>
                  <a:pt x="-27158" y="592337"/>
                  <a:pt x="41566" y="524689"/>
                  <a:pt x="0" y="390899"/>
                </a:cubicBezTo>
                <a:cubicBezTo>
                  <a:pt x="-41566" y="257109"/>
                  <a:pt x="28061" y="189885"/>
                  <a:pt x="0" y="0"/>
                </a:cubicBezTo>
                <a:close/>
              </a:path>
              <a:path w="939470" h="737546" stroke="0" extrusionOk="0">
                <a:moveTo>
                  <a:pt x="0" y="0"/>
                </a:moveTo>
                <a:cubicBezTo>
                  <a:pt x="131448" y="-39202"/>
                  <a:pt x="313268" y="39372"/>
                  <a:pt x="441551" y="0"/>
                </a:cubicBezTo>
                <a:cubicBezTo>
                  <a:pt x="569834" y="-39372"/>
                  <a:pt x="837326" y="43737"/>
                  <a:pt x="939470" y="0"/>
                </a:cubicBezTo>
                <a:cubicBezTo>
                  <a:pt x="952153" y="146084"/>
                  <a:pt x="898784" y="184804"/>
                  <a:pt x="939470" y="368773"/>
                </a:cubicBezTo>
                <a:cubicBezTo>
                  <a:pt x="980156" y="552742"/>
                  <a:pt x="919055" y="593368"/>
                  <a:pt x="939470" y="737546"/>
                </a:cubicBezTo>
                <a:cubicBezTo>
                  <a:pt x="849257" y="766847"/>
                  <a:pt x="616651" y="734965"/>
                  <a:pt x="488524" y="737546"/>
                </a:cubicBezTo>
                <a:cubicBezTo>
                  <a:pt x="360397" y="740127"/>
                  <a:pt x="141884" y="695006"/>
                  <a:pt x="0" y="737546"/>
                </a:cubicBezTo>
                <a:cubicBezTo>
                  <a:pt x="-10068" y="649605"/>
                  <a:pt x="8354" y="449536"/>
                  <a:pt x="0" y="376148"/>
                </a:cubicBezTo>
                <a:cubicBezTo>
                  <a:pt x="-8354" y="302760"/>
                  <a:pt x="36573" y="168591"/>
                  <a:pt x="0" y="0"/>
                </a:cubicBez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>
            <a:extLst>
              <a:ext uri="{C807C97D-BFC1-408E-A445-0C87EB9F89A2}">
                <ask:lineSketchStyleProps xmlns:ask="http://schemas.microsoft.com/office/drawing/2018/sketchyshapes" sd="1928154157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2D55F58-E4F4-E2C1-FBE7-D75F151AC766}"/>
              </a:ext>
            </a:extLst>
          </p:cNvPr>
          <p:cNvSpPr/>
          <p:nvPr/>
        </p:nvSpPr>
        <p:spPr>
          <a:xfrm>
            <a:off x="4693344" y="575602"/>
            <a:ext cx="3769475" cy="746730"/>
          </a:xfrm>
          <a:custGeom>
            <a:avLst/>
            <a:gdLst>
              <a:gd name="connsiteX0" fmla="*/ 0 w 3769475"/>
              <a:gd name="connsiteY0" fmla="*/ 0 h 746730"/>
              <a:gd name="connsiteX1" fmla="*/ 613886 w 3769475"/>
              <a:gd name="connsiteY1" fmla="*/ 0 h 746730"/>
              <a:gd name="connsiteX2" fmla="*/ 1190077 w 3769475"/>
              <a:gd name="connsiteY2" fmla="*/ 0 h 746730"/>
              <a:gd name="connsiteX3" fmla="*/ 1766268 w 3769475"/>
              <a:gd name="connsiteY3" fmla="*/ 0 h 746730"/>
              <a:gd name="connsiteX4" fmla="*/ 2342459 w 3769475"/>
              <a:gd name="connsiteY4" fmla="*/ 0 h 746730"/>
              <a:gd name="connsiteX5" fmla="*/ 2805566 w 3769475"/>
              <a:gd name="connsiteY5" fmla="*/ 0 h 746730"/>
              <a:gd name="connsiteX6" fmla="*/ 3230979 w 3769475"/>
              <a:gd name="connsiteY6" fmla="*/ 0 h 746730"/>
              <a:gd name="connsiteX7" fmla="*/ 3769475 w 3769475"/>
              <a:gd name="connsiteY7" fmla="*/ 0 h 746730"/>
              <a:gd name="connsiteX8" fmla="*/ 3769475 w 3769475"/>
              <a:gd name="connsiteY8" fmla="*/ 388300 h 746730"/>
              <a:gd name="connsiteX9" fmla="*/ 3769475 w 3769475"/>
              <a:gd name="connsiteY9" fmla="*/ 746730 h 746730"/>
              <a:gd name="connsiteX10" fmla="*/ 3344063 w 3769475"/>
              <a:gd name="connsiteY10" fmla="*/ 746730 h 746730"/>
              <a:gd name="connsiteX11" fmla="*/ 2843261 w 3769475"/>
              <a:gd name="connsiteY11" fmla="*/ 746730 h 746730"/>
              <a:gd name="connsiteX12" fmla="*/ 2229375 w 3769475"/>
              <a:gd name="connsiteY12" fmla="*/ 746730 h 746730"/>
              <a:gd name="connsiteX13" fmla="*/ 1803963 w 3769475"/>
              <a:gd name="connsiteY13" fmla="*/ 746730 h 746730"/>
              <a:gd name="connsiteX14" fmla="*/ 1227772 w 3769475"/>
              <a:gd name="connsiteY14" fmla="*/ 746730 h 746730"/>
              <a:gd name="connsiteX15" fmla="*/ 764665 w 3769475"/>
              <a:gd name="connsiteY15" fmla="*/ 746730 h 746730"/>
              <a:gd name="connsiteX16" fmla="*/ 0 w 3769475"/>
              <a:gd name="connsiteY16" fmla="*/ 746730 h 746730"/>
              <a:gd name="connsiteX17" fmla="*/ 0 w 3769475"/>
              <a:gd name="connsiteY17" fmla="*/ 380832 h 746730"/>
              <a:gd name="connsiteX18" fmla="*/ 0 w 3769475"/>
              <a:gd name="connsiteY18" fmla="*/ 0 h 7467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3769475" h="746730" fill="none" extrusionOk="0">
                <a:moveTo>
                  <a:pt x="0" y="0"/>
                </a:moveTo>
                <a:cubicBezTo>
                  <a:pt x="259037" y="-6127"/>
                  <a:pt x="374098" y="60638"/>
                  <a:pt x="613886" y="0"/>
                </a:cubicBezTo>
                <a:cubicBezTo>
                  <a:pt x="853674" y="-60638"/>
                  <a:pt x="926370" y="34555"/>
                  <a:pt x="1190077" y="0"/>
                </a:cubicBezTo>
                <a:cubicBezTo>
                  <a:pt x="1453784" y="-34555"/>
                  <a:pt x="1585700" y="32004"/>
                  <a:pt x="1766268" y="0"/>
                </a:cubicBezTo>
                <a:cubicBezTo>
                  <a:pt x="1946836" y="-32004"/>
                  <a:pt x="2205216" y="39367"/>
                  <a:pt x="2342459" y="0"/>
                </a:cubicBezTo>
                <a:cubicBezTo>
                  <a:pt x="2479702" y="-39367"/>
                  <a:pt x="2709504" y="25635"/>
                  <a:pt x="2805566" y="0"/>
                </a:cubicBezTo>
                <a:cubicBezTo>
                  <a:pt x="2901628" y="-25635"/>
                  <a:pt x="3079700" y="45284"/>
                  <a:pt x="3230979" y="0"/>
                </a:cubicBezTo>
                <a:cubicBezTo>
                  <a:pt x="3382258" y="-45284"/>
                  <a:pt x="3625122" y="20936"/>
                  <a:pt x="3769475" y="0"/>
                </a:cubicBezTo>
                <a:cubicBezTo>
                  <a:pt x="3791021" y="157784"/>
                  <a:pt x="3766483" y="244460"/>
                  <a:pt x="3769475" y="388300"/>
                </a:cubicBezTo>
                <a:cubicBezTo>
                  <a:pt x="3772467" y="532140"/>
                  <a:pt x="3746808" y="618763"/>
                  <a:pt x="3769475" y="746730"/>
                </a:cubicBezTo>
                <a:cubicBezTo>
                  <a:pt x="3676266" y="796609"/>
                  <a:pt x="3470337" y="708181"/>
                  <a:pt x="3344063" y="746730"/>
                </a:cubicBezTo>
                <a:cubicBezTo>
                  <a:pt x="3217789" y="785279"/>
                  <a:pt x="3024798" y="722157"/>
                  <a:pt x="2843261" y="746730"/>
                </a:cubicBezTo>
                <a:cubicBezTo>
                  <a:pt x="2661724" y="771303"/>
                  <a:pt x="2532386" y="708257"/>
                  <a:pt x="2229375" y="746730"/>
                </a:cubicBezTo>
                <a:cubicBezTo>
                  <a:pt x="1926364" y="785203"/>
                  <a:pt x="1920420" y="744484"/>
                  <a:pt x="1803963" y="746730"/>
                </a:cubicBezTo>
                <a:cubicBezTo>
                  <a:pt x="1687506" y="748976"/>
                  <a:pt x="1377062" y="681465"/>
                  <a:pt x="1227772" y="746730"/>
                </a:cubicBezTo>
                <a:cubicBezTo>
                  <a:pt x="1078482" y="811995"/>
                  <a:pt x="945452" y="726928"/>
                  <a:pt x="764665" y="746730"/>
                </a:cubicBezTo>
                <a:cubicBezTo>
                  <a:pt x="583878" y="766532"/>
                  <a:pt x="372782" y="662539"/>
                  <a:pt x="0" y="746730"/>
                </a:cubicBezTo>
                <a:cubicBezTo>
                  <a:pt x="-35844" y="656674"/>
                  <a:pt x="26532" y="514149"/>
                  <a:pt x="0" y="380832"/>
                </a:cubicBezTo>
                <a:cubicBezTo>
                  <a:pt x="-26532" y="247515"/>
                  <a:pt x="8156" y="151249"/>
                  <a:pt x="0" y="0"/>
                </a:cubicBezTo>
                <a:close/>
              </a:path>
              <a:path w="3769475" h="746730" stroke="0" extrusionOk="0">
                <a:moveTo>
                  <a:pt x="0" y="0"/>
                </a:moveTo>
                <a:cubicBezTo>
                  <a:pt x="179249" y="-30352"/>
                  <a:pt x="248874" y="45813"/>
                  <a:pt x="425412" y="0"/>
                </a:cubicBezTo>
                <a:cubicBezTo>
                  <a:pt x="601950" y="-45813"/>
                  <a:pt x="790834" y="50479"/>
                  <a:pt x="926214" y="0"/>
                </a:cubicBezTo>
                <a:cubicBezTo>
                  <a:pt x="1061594" y="-50479"/>
                  <a:pt x="1238535" y="62867"/>
                  <a:pt x="1464710" y="0"/>
                </a:cubicBezTo>
                <a:cubicBezTo>
                  <a:pt x="1690885" y="-62867"/>
                  <a:pt x="1774930" y="7548"/>
                  <a:pt x="2040901" y="0"/>
                </a:cubicBezTo>
                <a:cubicBezTo>
                  <a:pt x="2306872" y="-7548"/>
                  <a:pt x="2388052" y="66097"/>
                  <a:pt x="2654787" y="0"/>
                </a:cubicBezTo>
                <a:cubicBezTo>
                  <a:pt x="2921522" y="-66097"/>
                  <a:pt x="2953502" y="42095"/>
                  <a:pt x="3117894" y="0"/>
                </a:cubicBezTo>
                <a:cubicBezTo>
                  <a:pt x="3282286" y="-42095"/>
                  <a:pt x="3489482" y="8586"/>
                  <a:pt x="3769475" y="0"/>
                </a:cubicBezTo>
                <a:cubicBezTo>
                  <a:pt x="3814064" y="112998"/>
                  <a:pt x="3768060" y="220557"/>
                  <a:pt x="3769475" y="380832"/>
                </a:cubicBezTo>
                <a:cubicBezTo>
                  <a:pt x="3770890" y="541107"/>
                  <a:pt x="3758838" y="633409"/>
                  <a:pt x="3769475" y="746730"/>
                </a:cubicBezTo>
                <a:cubicBezTo>
                  <a:pt x="3632197" y="790488"/>
                  <a:pt x="3437011" y="696674"/>
                  <a:pt x="3230979" y="746730"/>
                </a:cubicBezTo>
                <a:cubicBezTo>
                  <a:pt x="3024947" y="796786"/>
                  <a:pt x="2899973" y="704598"/>
                  <a:pt x="2767872" y="746730"/>
                </a:cubicBezTo>
                <a:cubicBezTo>
                  <a:pt x="2635771" y="788862"/>
                  <a:pt x="2347553" y="696763"/>
                  <a:pt x="2191680" y="746730"/>
                </a:cubicBezTo>
                <a:cubicBezTo>
                  <a:pt x="2035807" y="796697"/>
                  <a:pt x="1800994" y="732915"/>
                  <a:pt x="1653184" y="746730"/>
                </a:cubicBezTo>
                <a:cubicBezTo>
                  <a:pt x="1505374" y="760545"/>
                  <a:pt x="1165550" y="678205"/>
                  <a:pt x="1039298" y="746730"/>
                </a:cubicBezTo>
                <a:cubicBezTo>
                  <a:pt x="913046" y="815255"/>
                  <a:pt x="788811" y="694120"/>
                  <a:pt x="576191" y="746730"/>
                </a:cubicBezTo>
                <a:cubicBezTo>
                  <a:pt x="363571" y="799340"/>
                  <a:pt x="262666" y="714515"/>
                  <a:pt x="0" y="746730"/>
                </a:cubicBezTo>
                <a:cubicBezTo>
                  <a:pt x="-32605" y="633952"/>
                  <a:pt x="30261" y="560324"/>
                  <a:pt x="0" y="388300"/>
                </a:cubicBezTo>
                <a:cubicBezTo>
                  <a:pt x="-30261" y="216276"/>
                  <a:pt x="32207" y="159435"/>
                  <a:pt x="0" y="0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extLst>
              <a:ext uri="{C807C97D-BFC1-408E-A445-0C87EB9F89A2}">
                <ask:lineSketchStyleProps xmlns:ask="http://schemas.microsoft.com/office/drawing/2018/sketchyshapes" sd="1928154157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9B1715A-C1C0-E45F-1F04-212C79B306CD}"/>
              </a:ext>
            </a:extLst>
          </p:cNvPr>
          <p:cNvSpPr txBox="1"/>
          <p:nvPr/>
        </p:nvSpPr>
        <p:spPr>
          <a:xfrm>
            <a:off x="3646198" y="889827"/>
            <a:ext cx="1050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Ink Free" panose="03080402000500000000" pitchFamily="66" charset="0"/>
                <a:cs typeface="Cavolini" panose="03000502040302020204" pitchFamily="66" charset="0"/>
              </a:rPr>
              <a:t>diagnosis</a:t>
            </a:r>
            <a:endParaRPr lang="en-DE" dirty="0">
              <a:latin typeface="Ink Free" panose="03080402000500000000" pitchFamily="66" charset="0"/>
              <a:cs typeface="Cavolini" panose="03000502040302020204" pitchFamily="66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324DFAE-EBC2-7E42-4061-E70DBFDD58B2}"/>
              </a:ext>
            </a:extLst>
          </p:cNvPr>
          <p:cNvSpPr txBox="1"/>
          <p:nvPr/>
        </p:nvSpPr>
        <p:spPr>
          <a:xfrm>
            <a:off x="5202605" y="583506"/>
            <a:ext cx="24039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Ink Free" panose="03080402000500000000" pitchFamily="66" charset="0"/>
                <a:cs typeface="Cavolini" panose="03000502040302020204" pitchFamily="66" charset="0"/>
              </a:rPr>
              <a:t>30 other columns c</a:t>
            </a:r>
            <a:endParaRPr lang="en-DE" dirty="0">
              <a:latin typeface="Ink Free" panose="03080402000500000000" pitchFamily="66" charset="0"/>
              <a:cs typeface="Cavolini" panose="03000502040302020204" pitchFamily="66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4918E1C-F71F-8B8C-29AC-8323AA668E37}"/>
              </a:ext>
            </a:extLst>
          </p:cNvPr>
          <p:cNvSpPr txBox="1"/>
          <p:nvPr/>
        </p:nvSpPr>
        <p:spPr>
          <a:xfrm>
            <a:off x="3746578" y="250913"/>
            <a:ext cx="849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/>
                </a:solidFill>
              </a:rPr>
              <a:t>Labels</a:t>
            </a:r>
            <a:endParaRPr lang="en-DE" dirty="0">
              <a:solidFill>
                <a:schemeClr val="accent6"/>
              </a:solidFill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938A6BD-9F22-4874-B461-DD48404D312E}"/>
              </a:ext>
            </a:extLst>
          </p:cNvPr>
          <p:cNvSpPr txBox="1"/>
          <p:nvPr/>
        </p:nvSpPr>
        <p:spPr>
          <a:xfrm>
            <a:off x="4829411" y="250913"/>
            <a:ext cx="6623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Data</a:t>
            </a:r>
            <a:endParaRPr lang="en-DE" dirty="0">
              <a:solidFill>
                <a:srgbClr val="0070C0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6E9F6BB-CE2B-82FC-2A1E-8AB2DECF1E23}"/>
              </a:ext>
            </a:extLst>
          </p:cNvPr>
          <p:cNvSpPr txBox="1"/>
          <p:nvPr/>
        </p:nvSpPr>
        <p:spPr>
          <a:xfrm>
            <a:off x="1972293" y="3222624"/>
            <a:ext cx="1691938" cy="369332"/>
          </a:xfrm>
          <a:custGeom>
            <a:avLst/>
            <a:gdLst>
              <a:gd name="connsiteX0" fmla="*/ 0 w 1691938"/>
              <a:gd name="connsiteY0" fmla="*/ 0 h 369332"/>
              <a:gd name="connsiteX1" fmla="*/ 513221 w 1691938"/>
              <a:gd name="connsiteY1" fmla="*/ 0 h 369332"/>
              <a:gd name="connsiteX2" fmla="*/ 1043362 w 1691938"/>
              <a:gd name="connsiteY2" fmla="*/ 0 h 369332"/>
              <a:gd name="connsiteX3" fmla="*/ 1691938 w 1691938"/>
              <a:gd name="connsiteY3" fmla="*/ 0 h 369332"/>
              <a:gd name="connsiteX4" fmla="*/ 1691938 w 1691938"/>
              <a:gd name="connsiteY4" fmla="*/ 369332 h 369332"/>
              <a:gd name="connsiteX5" fmla="*/ 1094120 w 1691938"/>
              <a:gd name="connsiteY5" fmla="*/ 369332 h 369332"/>
              <a:gd name="connsiteX6" fmla="*/ 530141 w 1691938"/>
              <a:gd name="connsiteY6" fmla="*/ 369332 h 369332"/>
              <a:gd name="connsiteX7" fmla="*/ 0 w 1691938"/>
              <a:gd name="connsiteY7" fmla="*/ 369332 h 369332"/>
              <a:gd name="connsiteX8" fmla="*/ 0 w 1691938"/>
              <a:gd name="connsiteY8" fmla="*/ 0 h 369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91938" h="369332" fill="none" extrusionOk="0">
                <a:moveTo>
                  <a:pt x="0" y="0"/>
                </a:moveTo>
                <a:cubicBezTo>
                  <a:pt x="253272" y="-4324"/>
                  <a:pt x="355305" y="59645"/>
                  <a:pt x="513221" y="0"/>
                </a:cubicBezTo>
                <a:cubicBezTo>
                  <a:pt x="671137" y="-59645"/>
                  <a:pt x="805501" y="22603"/>
                  <a:pt x="1043362" y="0"/>
                </a:cubicBezTo>
                <a:cubicBezTo>
                  <a:pt x="1281223" y="-22603"/>
                  <a:pt x="1395866" y="71820"/>
                  <a:pt x="1691938" y="0"/>
                </a:cubicBezTo>
                <a:cubicBezTo>
                  <a:pt x="1731392" y="129338"/>
                  <a:pt x="1657447" y="292902"/>
                  <a:pt x="1691938" y="369332"/>
                </a:cubicBezTo>
                <a:cubicBezTo>
                  <a:pt x="1532894" y="390607"/>
                  <a:pt x="1274545" y="363403"/>
                  <a:pt x="1094120" y="369332"/>
                </a:cubicBezTo>
                <a:cubicBezTo>
                  <a:pt x="913695" y="375261"/>
                  <a:pt x="697612" y="302808"/>
                  <a:pt x="530141" y="369332"/>
                </a:cubicBezTo>
                <a:cubicBezTo>
                  <a:pt x="362670" y="435856"/>
                  <a:pt x="136982" y="363556"/>
                  <a:pt x="0" y="369332"/>
                </a:cubicBezTo>
                <a:cubicBezTo>
                  <a:pt x="-37614" y="251847"/>
                  <a:pt x="4608" y="162061"/>
                  <a:pt x="0" y="0"/>
                </a:cubicBezTo>
                <a:close/>
              </a:path>
              <a:path w="1691938" h="369332" stroke="0" extrusionOk="0">
                <a:moveTo>
                  <a:pt x="0" y="0"/>
                </a:moveTo>
                <a:cubicBezTo>
                  <a:pt x="219786" y="-31111"/>
                  <a:pt x="476330" y="16779"/>
                  <a:pt x="597818" y="0"/>
                </a:cubicBezTo>
                <a:cubicBezTo>
                  <a:pt x="719306" y="-16779"/>
                  <a:pt x="1022113" y="55756"/>
                  <a:pt x="1144878" y="0"/>
                </a:cubicBezTo>
                <a:cubicBezTo>
                  <a:pt x="1267643" y="-55756"/>
                  <a:pt x="1581639" y="19756"/>
                  <a:pt x="1691938" y="0"/>
                </a:cubicBezTo>
                <a:cubicBezTo>
                  <a:pt x="1704202" y="127104"/>
                  <a:pt x="1676879" y="218812"/>
                  <a:pt x="1691938" y="369332"/>
                </a:cubicBezTo>
                <a:cubicBezTo>
                  <a:pt x="1462229" y="406376"/>
                  <a:pt x="1357630" y="353654"/>
                  <a:pt x="1178717" y="369332"/>
                </a:cubicBezTo>
                <a:cubicBezTo>
                  <a:pt x="999804" y="385010"/>
                  <a:pt x="828316" y="325936"/>
                  <a:pt x="597818" y="369332"/>
                </a:cubicBezTo>
                <a:cubicBezTo>
                  <a:pt x="367320" y="412728"/>
                  <a:pt x="147523" y="299253"/>
                  <a:pt x="0" y="369332"/>
                </a:cubicBezTo>
                <a:cubicBezTo>
                  <a:pt x="-29007" y="261741"/>
                  <a:pt x="2625" y="143029"/>
                  <a:pt x="0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2548869037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none" rtlCol="0">
            <a:spAutoFit/>
          </a:bodyPr>
          <a:lstStyle/>
          <a:p>
            <a:r>
              <a:rPr lang="en-US" dirty="0"/>
              <a:t>Horizontal split</a:t>
            </a:r>
            <a:endParaRPr lang="en-DE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D5B05B9-8012-9514-4467-99E631275F41}"/>
              </a:ext>
            </a:extLst>
          </p:cNvPr>
          <p:cNvSpPr txBox="1"/>
          <p:nvPr/>
        </p:nvSpPr>
        <p:spPr>
          <a:xfrm>
            <a:off x="8589665" y="3222624"/>
            <a:ext cx="1419043" cy="369332"/>
          </a:xfrm>
          <a:custGeom>
            <a:avLst/>
            <a:gdLst>
              <a:gd name="connsiteX0" fmla="*/ 0 w 1419043"/>
              <a:gd name="connsiteY0" fmla="*/ 0 h 369332"/>
              <a:gd name="connsiteX1" fmla="*/ 430443 w 1419043"/>
              <a:gd name="connsiteY1" fmla="*/ 0 h 369332"/>
              <a:gd name="connsiteX2" fmla="*/ 875077 w 1419043"/>
              <a:gd name="connsiteY2" fmla="*/ 0 h 369332"/>
              <a:gd name="connsiteX3" fmla="*/ 1419043 w 1419043"/>
              <a:gd name="connsiteY3" fmla="*/ 0 h 369332"/>
              <a:gd name="connsiteX4" fmla="*/ 1419043 w 1419043"/>
              <a:gd name="connsiteY4" fmla="*/ 369332 h 369332"/>
              <a:gd name="connsiteX5" fmla="*/ 917648 w 1419043"/>
              <a:gd name="connsiteY5" fmla="*/ 369332 h 369332"/>
              <a:gd name="connsiteX6" fmla="*/ 444633 w 1419043"/>
              <a:gd name="connsiteY6" fmla="*/ 369332 h 369332"/>
              <a:gd name="connsiteX7" fmla="*/ 0 w 1419043"/>
              <a:gd name="connsiteY7" fmla="*/ 369332 h 369332"/>
              <a:gd name="connsiteX8" fmla="*/ 0 w 1419043"/>
              <a:gd name="connsiteY8" fmla="*/ 0 h 369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419043" h="369332" fill="none" extrusionOk="0">
                <a:moveTo>
                  <a:pt x="0" y="0"/>
                </a:moveTo>
                <a:cubicBezTo>
                  <a:pt x="146393" y="-14836"/>
                  <a:pt x="292908" y="23260"/>
                  <a:pt x="430443" y="0"/>
                </a:cubicBezTo>
                <a:cubicBezTo>
                  <a:pt x="567978" y="-23260"/>
                  <a:pt x="720319" y="20070"/>
                  <a:pt x="875077" y="0"/>
                </a:cubicBezTo>
                <a:cubicBezTo>
                  <a:pt x="1029835" y="-20070"/>
                  <a:pt x="1252506" y="5643"/>
                  <a:pt x="1419043" y="0"/>
                </a:cubicBezTo>
                <a:cubicBezTo>
                  <a:pt x="1458497" y="129338"/>
                  <a:pt x="1384552" y="292902"/>
                  <a:pt x="1419043" y="369332"/>
                </a:cubicBezTo>
                <a:cubicBezTo>
                  <a:pt x="1255418" y="375450"/>
                  <a:pt x="1048841" y="340398"/>
                  <a:pt x="917648" y="369332"/>
                </a:cubicBezTo>
                <a:cubicBezTo>
                  <a:pt x="786455" y="398266"/>
                  <a:pt x="626720" y="343244"/>
                  <a:pt x="444633" y="369332"/>
                </a:cubicBezTo>
                <a:cubicBezTo>
                  <a:pt x="262546" y="395420"/>
                  <a:pt x="195868" y="349051"/>
                  <a:pt x="0" y="369332"/>
                </a:cubicBezTo>
                <a:cubicBezTo>
                  <a:pt x="-37614" y="251847"/>
                  <a:pt x="4608" y="162061"/>
                  <a:pt x="0" y="0"/>
                </a:cubicBezTo>
                <a:close/>
              </a:path>
              <a:path w="1419043" h="369332" stroke="0" extrusionOk="0">
                <a:moveTo>
                  <a:pt x="0" y="0"/>
                </a:moveTo>
                <a:cubicBezTo>
                  <a:pt x="218822" y="-42037"/>
                  <a:pt x="306894" y="56312"/>
                  <a:pt x="501395" y="0"/>
                </a:cubicBezTo>
                <a:cubicBezTo>
                  <a:pt x="695896" y="-56312"/>
                  <a:pt x="770312" y="52668"/>
                  <a:pt x="960219" y="0"/>
                </a:cubicBezTo>
                <a:cubicBezTo>
                  <a:pt x="1150126" y="-52668"/>
                  <a:pt x="1289156" y="29172"/>
                  <a:pt x="1419043" y="0"/>
                </a:cubicBezTo>
                <a:cubicBezTo>
                  <a:pt x="1431307" y="127104"/>
                  <a:pt x="1403984" y="218812"/>
                  <a:pt x="1419043" y="369332"/>
                </a:cubicBezTo>
                <a:cubicBezTo>
                  <a:pt x="1256477" y="408768"/>
                  <a:pt x="1107143" y="356201"/>
                  <a:pt x="988600" y="369332"/>
                </a:cubicBezTo>
                <a:cubicBezTo>
                  <a:pt x="870057" y="382463"/>
                  <a:pt x="695662" y="320551"/>
                  <a:pt x="501395" y="369332"/>
                </a:cubicBezTo>
                <a:cubicBezTo>
                  <a:pt x="307128" y="418113"/>
                  <a:pt x="230943" y="367475"/>
                  <a:pt x="0" y="369332"/>
                </a:cubicBezTo>
                <a:cubicBezTo>
                  <a:pt x="-29007" y="261741"/>
                  <a:pt x="2625" y="143029"/>
                  <a:pt x="0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2548869037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none" rtlCol="0">
            <a:spAutoFit/>
          </a:bodyPr>
          <a:lstStyle/>
          <a:p>
            <a:r>
              <a:rPr lang="en-US" dirty="0"/>
              <a:t>Vertical split</a:t>
            </a:r>
            <a:endParaRPr lang="en-DE" dirty="0"/>
          </a:p>
        </p:txBody>
      </p:sp>
      <p:cxnSp>
        <p:nvCxnSpPr>
          <p:cNvPr id="21" name="Connector: Curved 20">
            <a:extLst>
              <a:ext uri="{FF2B5EF4-FFF2-40B4-BE49-F238E27FC236}">
                <a16:creationId xmlns:a16="http://schemas.microsoft.com/office/drawing/2014/main" id="{BDA07ED7-9358-8A12-57AD-233AE02C16F5}"/>
              </a:ext>
            </a:extLst>
          </p:cNvPr>
          <p:cNvCxnSpPr>
            <a:cxnSpLocks/>
            <a:stCxn id="4" idx="2"/>
            <a:endCxn id="17" idx="0"/>
          </p:cNvCxnSpPr>
          <p:nvPr/>
        </p:nvCxnSpPr>
        <p:spPr>
          <a:xfrm rot="5400000">
            <a:off x="3534088" y="688994"/>
            <a:ext cx="1817805" cy="3249455"/>
          </a:xfrm>
          <a:prstGeom prst="curved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: Curved 21">
            <a:extLst>
              <a:ext uri="{FF2B5EF4-FFF2-40B4-BE49-F238E27FC236}">
                <a16:creationId xmlns:a16="http://schemas.microsoft.com/office/drawing/2014/main" id="{6F43B9BA-89C2-749E-76E5-1C076424D629}"/>
              </a:ext>
            </a:extLst>
          </p:cNvPr>
          <p:cNvCxnSpPr>
            <a:cxnSpLocks/>
            <a:stCxn id="4" idx="2"/>
            <a:endCxn id="18" idx="0"/>
          </p:cNvCxnSpPr>
          <p:nvPr/>
        </p:nvCxnSpPr>
        <p:spPr>
          <a:xfrm rot="16200000" flipH="1">
            <a:off x="6774550" y="697986"/>
            <a:ext cx="1817805" cy="3231470"/>
          </a:xfrm>
          <a:prstGeom prst="curved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4D96E4B0-79EC-E2DB-3BEE-4AB06184D3F3}"/>
              </a:ext>
            </a:extLst>
          </p:cNvPr>
          <p:cNvSpPr txBox="1"/>
          <p:nvPr/>
        </p:nvSpPr>
        <p:spPr>
          <a:xfrm>
            <a:off x="6624713" y="1709848"/>
            <a:ext cx="5075634" cy="1200329"/>
          </a:xfrm>
          <a:prstGeom prst="rect">
            <a:avLst/>
          </a:prstGeom>
          <a:solidFill>
            <a:schemeClr val="tx2">
              <a:lumMod val="10000"/>
              <a:lumOff val="90000"/>
              <a:alpha val="9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institutions hold: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5"/>
                </a:solidFill>
              </a:rPr>
              <a:t>different</a:t>
            </a:r>
            <a:r>
              <a:rPr lang="en-US" dirty="0"/>
              <a:t> types of data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for </a:t>
            </a:r>
            <a:r>
              <a:rPr lang="en-US" dirty="0">
                <a:solidFill>
                  <a:srgbClr val="0070C0"/>
                </a:solidFill>
              </a:rPr>
              <a:t>same</a:t>
            </a:r>
            <a:r>
              <a:rPr lang="en-US" dirty="0"/>
              <a:t> patients</a:t>
            </a:r>
          </a:p>
          <a:p>
            <a:r>
              <a:rPr lang="en-US" dirty="0"/>
              <a:t>Example: family doctor, hospital, specialist clinic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CD72EFC-2076-D261-C5B9-D337131D1158}"/>
              </a:ext>
            </a:extLst>
          </p:cNvPr>
          <p:cNvSpPr txBox="1"/>
          <p:nvPr/>
        </p:nvSpPr>
        <p:spPr>
          <a:xfrm>
            <a:off x="1837366" y="1709848"/>
            <a:ext cx="3647831" cy="1200329"/>
          </a:xfrm>
          <a:prstGeom prst="rect">
            <a:avLst/>
          </a:prstGeom>
          <a:solidFill>
            <a:schemeClr val="tx2">
              <a:lumMod val="10000"/>
              <a:lumOff val="90000"/>
              <a:alpha val="9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institutions hold: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 </a:t>
            </a:r>
            <a:r>
              <a:rPr lang="en-US" dirty="0">
                <a:solidFill>
                  <a:srgbClr val="0070C0"/>
                </a:solidFill>
              </a:rPr>
              <a:t>same</a:t>
            </a:r>
            <a:r>
              <a:rPr lang="en-US" dirty="0"/>
              <a:t> types of data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for </a:t>
            </a:r>
            <a:r>
              <a:rPr lang="en-US" dirty="0">
                <a:solidFill>
                  <a:schemeClr val="accent5"/>
                </a:solidFill>
              </a:rPr>
              <a:t>different</a:t>
            </a:r>
            <a:r>
              <a:rPr lang="en-US" dirty="0"/>
              <a:t> patients</a:t>
            </a:r>
          </a:p>
          <a:p>
            <a:r>
              <a:rPr lang="en-US" dirty="0"/>
              <a:t>Example: three different hospitals</a:t>
            </a:r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A340E347-6AD2-722C-4DD4-E3EB6A98D599}"/>
              </a:ext>
            </a:extLst>
          </p:cNvPr>
          <p:cNvCxnSpPr/>
          <p:nvPr/>
        </p:nvCxnSpPr>
        <p:spPr>
          <a:xfrm>
            <a:off x="4995143" y="1079627"/>
            <a:ext cx="2913495" cy="12413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D36E00D2-FB7B-C368-06B2-52267D045D40}"/>
              </a:ext>
            </a:extLst>
          </p:cNvPr>
          <p:cNvSpPr/>
          <p:nvPr/>
        </p:nvSpPr>
        <p:spPr>
          <a:xfrm>
            <a:off x="4810516" y="934289"/>
            <a:ext cx="674521" cy="282448"/>
          </a:xfrm>
          <a:custGeom>
            <a:avLst/>
            <a:gdLst>
              <a:gd name="connsiteX0" fmla="*/ 0 w 674521"/>
              <a:gd name="connsiteY0" fmla="*/ 47076 h 282448"/>
              <a:gd name="connsiteX1" fmla="*/ 47076 w 674521"/>
              <a:gd name="connsiteY1" fmla="*/ 0 h 282448"/>
              <a:gd name="connsiteX2" fmla="*/ 627445 w 674521"/>
              <a:gd name="connsiteY2" fmla="*/ 0 h 282448"/>
              <a:gd name="connsiteX3" fmla="*/ 674521 w 674521"/>
              <a:gd name="connsiteY3" fmla="*/ 47076 h 282448"/>
              <a:gd name="connsiteX4" fmla="*/ 674521 w 674521"/>
              <a:gd name="connsiteY4" fmla="*/ 235372 h 282448"/>
              <a:gd name="connsiteX5" fmla="*/ 627445 w 674521"/>
              <a:gd name="connsiteY5" fmla="*/ 282448 h 282448"/>
              <a:gd name="connsiteX6" fmla="*/ 47076 w 674521"/>
              <a:gd name="connsiteY6" fmla="*/ 282448 h 282448"/>
              <a:gd name="connsiteX7" fmla="*/ 0 w 674521"/>
              <a:gd name="connsiteY7" fmla="*/ 235372 h 282448"/>
              <a:gd name="connsiteX8" fmla="*/ 0 w 674521"/>
              <a:gd name="connsiteY8" fmla="*/ 47076 h 2824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74521" h="282448" fill="none" extrusionOk="0">
                <a:moveTo>
                  <a:pt x="0" y="47076"/>
                </a:moveTo>
                <a:cubicBezTo>
                  <a:pt x="5263" y="20072"/>
                  <a:pt x="18756" y="7102"/>
                  <a:pt x="47076" y="0"/>
                </a:cubicBezTo>
                <a:cubicBezTo>
                  <a:pt x="337098" y="-6459"/>
                  <a:pt x="462917" y="7467"/>
                  <a:pt x="627445" y="0"/>
                </a:cubicBezTo>
                <a:cubicBezTo>
                  <a:pt x="649237" y="-2539"/>
                  <a:pt x="675362" y="19468"/>
                  <a:pt x="674521" y="47076"/>
                </a:cubicBezTo>
                <a:cubicBezTo>
                  <a:pt x="684758" y="93338"/>
                  <a:pt x="673756" y="144255"/>
                  <a:pt x="674521" y="235372"/>
                </a:cubicBezTo>
                <a:cubicBezTo>
                  <a:pt x="669075" y="259775"/>
                  <a:pt x="656082" y="285410"/>
                  <a:pt x="627445" y="282448"/>
                </a:cubicBezTo>
                <a:cubicBezTo>
                  <a:pt x="499083" y="320003"/>
                  <a:pt x="331096" y="218563"/>
                  <a:pt x="47076" y="282448"/>
                </a:cubicBezTo>
                <a:cubicBezTo>
                  <a:pt x="25526" y="283458"/>
                  <a:pt x="-942" y="259814"/>
                  <a:pt x="0" y="235372"/>
                </a:cubicBezTo>
                <a:cubicBezTo>
                  <a:pt x="-2973" y="174349"/>
                  <a:pt x="5761" y="99969"/>
                  <a:pt x="0" y="47076"/>
                </a:cubicBezTo>
                <a:close/>
              </a:path>
              <a:path w="674521" h="282448" stroke="0" extrusionOk="0">
                <a:moveTo>
                  <a:pt x="0" y="47076"/>
                </a:moveTo>
                <a:cubicBezTo>
                  <a:pt x="82" y="20293"/>
                  <a:pt x="15826" y="1691"/>
                  <a:pt x="47076" y="0"/>
                </a:cubicBezTo>
                <a:cubicBezTo>
                  <a:pt x="260823" y="-45710"/>
                  <a:pt x="476712" y="60613"/>
                  <a:pt x="627445" y="0"/>
                </a:cubicBezTo>
                <a:cubicBezTo>
                  <a:pt x="658025" y="-2963"/>
                  <a:pt x="671472" y="28122"/>
                  <a:pt x="674521" y="47076"/>
                </a:cubicBezTo>
                <a:cubicBezTo>
                  <a:pt x="691915" y="112254"/>
                  <a:pt x="654366" y="177722"/>
                  <a:pt x="674521" y="235372"/>
                </a:cubicBezTo>
                <a:cubicBezTo>
                  <a:pt x="680752" y="260255"/>
                  <a:pt x="653416" y="278467"/>
                  <a:pt x="627445" y="282448"/>
                </a:cubicBezTo>
                <a:cubicBezTo>
                  <a:pt x="397911" y="330421"/>
                  <a:pt x="188112" y="263677"/>
                  <a:pt x="47076" y="282448"/>
                </a:cubicBezTo>
                <a:cubicBezTo>
                  <a:pt x="20181" y="281041"/>
                  <a:pt x="-939" y="260109"/>
                  <a:pt x="0" y="235372"/>
                </a:cubicBezTo>
                <a:cubicBezTo>
                  <a:pt x="-18641" y="151328"/>
                  <a:pt x="10779" y="121243"/>
                  <a:pt x="0" y="47076"/>
                </a:cubicBezTo>
                <a:close/>
              </a:path>
            </a:pathLst>
          </a:custGeom>
          <a:solidFill>
            <a:schemeClr val="accent4">
              <a:lumMod val="40000"/>
              <a:lumOff val="60000"/>
            </a:schemeClr>
          </a:solidFill>
          <a:ln>
            <a:extLst>
              <a:ext uri="{C807C97D-BFC1-408E-A445-0C87EB9F89A2}">
                <ask:lineSketchStyleProps xmlns:ask="http://schemas.microsoft.com/office/drawing/2018/sketchyshapes" sd="1712354505">
                  <a:prstGeom prst="round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Ink Free" panose="03080402000500000000" pitchFamily="66" charset="0"/>
              </a:rPr>
              <a:t>c.1</a:t>
            </a:r>
            <a:endParaRPr lang="en-DE" dirty="0">
              <a:solidFill>
                <a:schemeClr val="tx1"/>
              </a:solidFill>
              <a:latin typeface="Ink Free" panose="03080402000500000000" pitchFamily="66" charset="0"/>
            </a:endParaRP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53754769-AF90-5033-90F2-CB8ED88B96D7}"/>
              </a:ext>
            </a:extLst>
          </p:cNvPr>
          <p:cNvSpPr/>
          <p:nvPr/>
        </p:nvSpPr>
        <p:spPr>
          <a:xfrm>
            <a:off x="5571572" y="934288"/>
            <a:ext cx="674521" cy="282448"/>
          </a:xfrm>
          <a:custGeom>
            <a:avLst/>
            <a:gdLst>
              <a:gd name="connsiteX0" fmla="*/ 0 w 674521"/>
              <a:gd name="connsiteY0" fmla="*/ 47076 h 282448"/>
              <a:gd name="connsiteX1" fmla="*/ 47076 w 674521"/>
              <a:gd name="connsiteY1" fmla="*/ 0 h 282448"/>
              <a:gd name="connsiteX2" fmla="*/ 627445 w 674521"/>
              <a:gd name="connsiteY2" fmla="*/ 0 h 282448"/>
              <a:gd name="connsiteX3" fmla="*/ 674521 w 674521"/>
              <a:gd name="connsiteY3" fmla="*/ 47076 h 282448"/>
              <a:gd name="connsiteX4" fmla="*/ 674521 w 674521"/>
              <a:gd name="connsiteY4" fmla="*/ 235372 h 282448"/>
              <a:gd name="connsiteX5" fmla="*/ 627445 w 674521"/>
              <a:gd name="connsiteY5" fmla="*/ 282448 h 282448"/>
              <a:gd name="connsiteX6" fmla="*/ 47076 w 674521"/>
              <a:gd name="connsiteY6" fmla="*/ 282448 h 282448"/>
              <a:gd name="connsiteX7" fmla="*/ 0 w 674521"/>
              <a:gd name="connsiteY7" fmla="*/ 235372 h 282448"/>
              <a:gd name="connsiteX8" fmla="*/ 0 w 674521"/>
              <a:gd name="connsiteY8" fmla="*/ 47076 h 2824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74521" h="282448" fill="none" extrusionOk="0">
                <a:moveTo>
                  <a:pt x="0" y="47076"/>
                </a:moveTo>
                <a:cubicBezTo>
                  <a:pt x="-1899" y="23315"/>
                  <a:pt x="17038" y="-3595"/>
                  <a:pt x="47076" y="0"/>
                </a:cubicBezTo>
                <a:cubicBezTo>
                  <a:pt x="283755" y="-50159"/>
                  <a:pt x="432030" y="22673"/>
                  <a:pt x="627445" y="0"/>
                </a:cubicBezTo>
                <a:cubicBezTo>
                  <a:pt x="652716" y="72"/>
                  <a:pt x="676843" y="27252"/>
                  <a:pt x="674521" y="47076"/>
                </a:cubicBezTo>
                <a:cubicBezTo>
                  <a:pt x="687719" y="116322"/>
                  <a:pt x="653838" y="158655"/>
                  <a:pt x="674521" y="235372"/>
                </a:cubicBezTo>
                <a:cubicBezTo>
                  <a:pt x="674534" y="269152"/>
                  <a:pt x="654575" y="282689"/>
                  <a:pt x="627445" y="282448"/>
                </a:cubicBezTo>
                <a:cubicBezTo>
                  <a:pt x="461376" y="328490"/>
                  <a:pt x="212036" y="268450"/>
                  <a:pt x="47076" y="282448"/>
                </a:cubicBezTo>
                <a:cubicBezTo>
                  <a:pt x="17855" y="287634"/>
                  <a:pt x="68" y="259421"/>
                  <a:pt x="0" y="235372"/>
                </a:cubicBezTo>
                <a:cubicBezTo>
                  <a:pt x="-5591" y="148721"/>
                  <a:pt x="20416" y="128580"/>
                  <a:pt x="0" y="47076"/>
                </a:cubicBezTo>
                <a:close/>
              </a:path>
              <a:path w="674521" h="282448" stroke="0" extrusionOk="0">
                <a:moveTo>
                  <a:pt x="0" y="47076"/>
                </a:moveTo>
                <a:cubicBezTo>
                  <a:pt x="-3569" y="18998"/>
                  <a:pt x="20475" y="406"/>
                  <a:pt x="47076" y="0"/>
                </a:cubicBezTo>
                <a:cubicBezTo>
                  <a:pt x="212905" y="-5236"/>
                  <a:pt x="487348" y="23266"/>
                  <a:pt x="627445" y="0"/>
                </a:cubicBezTo>
                <a:cubicBezTo>
                  <a:pt x="652918" y="-3120"/>
                  <a:pt x="669788" y="17017"/>
                  <a:pt x="674521" y="47076"/>
                </a:cubicBezTo>
                <a:cubicBezTo>
                  <a:pt x="691268" y="94930"/>
                  <a:pt x="672876" y="146603"/>
                  <a:pt x="674521" y="235372"/>
                </a:cubicBezTo>
                <a:cubicBezTo>
                  <a:pt x="675136" y="267136"/>
                  <a:pt x="654336" y="282701"/>
                  <a:pt x="627445" y="282448"/>
                </a:cubicBezTo>
                <a:cubicBezTo>
                  <a:pt x="461682" y="295228"/>
                  <a:pt x="188168" y="237156"/>
                  <a:pt x="47076" y="282448"/>
                </a:cubicBezTo>
                <a:cubicBezTo>
                  <a:pt x="19655" y="285186"/>
                  <a:pt x="2759" y="254900"/>
                  <a:pt x="0" y="235372"/>
                </a:cubicBezTo>
                <a:cubicBezTo>
                  <a:pt x="-13164" y="149218"/>
                  <a:pt x="9850" y="87330"/>
                  <a:pt x="0" y="47076"/>
                </a:cubicBezTo>
                <a:close/>
              </a:path>
            </a:pathLst>
          </a:custGeom>
          <a:solidFill>
            <a:schemeClr val="accent4">
              <a:lumMod val="40000"/>
              <a:lumOff val="60000"/>
            </a:schemeClr>
          </a:solidFill>
          <a:ln>
            <a:extLst>
              <a:ext uri="{C807C97D-BFC1-408E-A445-0C87EB9F89A2}">
                <ask:lineSketchStyleProps xmlns:ask="http://schemas.microsoft.com/office/drawing/2018/sketchyshapes" sd="1004613103">
                  <a:prstGeom prst="round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Ink Free" panose="03080402000500000000" pitchFamily="66" charset="0"/>
              </a:rPr>
              <a:t>c.2</a:t>
            </a:r>
            <a:endParaRPr lang="en-DE" dirty="0">
              <a:solidFill>
                <a:schemeClr val="tx1"/>
              </a:solidFill>
              <a:latin typeface="Ink Free" panose="03080402000500000000" pitchFamily="66" charset="0"/>
            </a:endParaRP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F6864E47-221A-E540-101C-101E54FF3FFD}"/>
              </a:ext>
            </a:extLst>
          </p:cNvPr>
          <p:cNvSpPr/>
          <p:nvPr/>
        </p:nvSpPr>
        <p:spPr>
          <a:xfrm>
            <a:off x="7720271" y="935861"/>
            <a:ext cx="674521" cy="282448"/>
          </a:xfrm>
          <a:custGeom>
            <a:avLst/>
            <a:gdLst>
              <a:gd name="connsiteX0" fmla="*/ 0 w 674521"/>
              <a:gd name="connsiteY0" fmla="*/ 47076 h 282448"/>
              <a:gd name="connsiteX1" fmla="*/ 47076 w 674521"/>
              <a:gd name="connsiteY1" fmla="*/ 0 h 282448"/>
              <a:gd name="connsiteX2" fmla="*/ 627445 w 674521"/>
              <a:gd name="connsiteY2" fmla="*/ 0 h 282448"/>
              <a:gd name="connsiteX3" fmla="*/ 674521 w 674521"/>
              <a:gd name="connsiteY3" fmla="*/ 47076 h 282448"/>
              <a:gd name="connsiteX4" fmla="*/ 674521 w 674521"/>
              <a:gd name="connsiteY4" fmla="*/ 235372 h 282448"/>
              <a:gd name="connsiteX5" fmla="*/ 627445 w 674521"/>
              <a:gd name="connsiteY5" fmla="*/ 282448 h 282448"/>
              <a:gd name="connsiteX6" fmla="*/ 47076 w 674521"/>
              <a:gd name="connsiteY6" fmla="*/ 282448 h 282448"/>
              <a:gd name="connsiteX7" fmla="*/ 0 w 674521"/>
              <a:gd name="connsiteY7" fmla="*/ 235372 h 282448"/>
              <a:gd name="connsiteX8" fmla="*/ 0 w 674521"/>
              <a:gd name="connsiteY8" fmla="*/ 47076 h 2824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74521" h="282448" fill="none" extrusionOk="0">
                <a:moveTo>
                  <a:pt x="0" y="47076"/>
                </a:moveTo>
                <a:cubicBezTo>
                  <a:pt x="5311" y="18386"/>
                  <a:pt x="21720" y="-6487"/>
                  <a:pt x="47076" y="0"/>
                </a:cubicBezTo>
                <a:cubicBezTo>
                  <a:pt x="191080" y="-2908"/>
                  <a:pt x="478346" y="27615"/>
                  <a:pt x="627445" y="0"/>
                </a:cubicBezTo>
                <a:cubicBezTo>
                  <a:pt x="649141" y="-2333"/>
                  <a:pt x="678531" y="17450"/>
                  <a:pt x="674521" y="47076"/>
                </a:cubicBezTo>
                <a:cubicBezTo>
                  <a:pt x="680134" y="111865"/>
                  <a:pt x="659611" y="177671"/>
                  <a:pt x="674521" y="235372"/>
                </a:cubicBezTo>
                <a:cubicBezTo>
                  <a:pt x="672859" y="253962"/>
                  <a:pt x="658652" y="284346"/>
                  <a:pt x="627445" y="282448"/>
                </a:cubicBezTo>
                <a:cubicBezTo>
                  <a:pt x="423531" y="323090"/>
                  <a:pt x="255466" y="275297"/>
                  <a:pt x="47076" y="282448"/>
                </a:cubicBezTo>
                <a:cubicBezTo>
                  <a:pt x="19658" y="280876"/>
                  <a:pt x="3694" y="260741"/>
                  <a:pt x="0" y="235372"/>
                </a:cubicBezTo>
                <a:cubicBezTo>
                  <a:pt x="-7414" y="143829"/>
                  <a:pt x="987" y="90231"/>
                  <a:pt x="0" y="47076"/>
                </a:cubicBezTo>
                <a:close/>
              </a:path>
              <a:path w="674521" h="282448" stroke="0" extrusionOk="0">
                <a:moveTo>
                  <a:pt x="0" y="47076"/>
                </a:moveTo>
                <a:cubicBezTo>
                  <a:pt x="1219" y="21781"/>
                  <a:pt x="19166" y="-6995"/>
                  <a:pt x="47076" y="0"/>
                </a:cubicBezTo>
                <a:cubicBezTo>
                  <a:pt x="210450" y="-21632"/>
                  <a:pt x="418234" y="36055"/>
                  <a:pt x="627445" y="0"/>
                </a:cubicBezTo>
                <a:cubicBezTo>
                  <a:pt x="652050" y="-3824"/>
                  <a:pt x="677582" y="16481"/>
                  <a:pt x="674521" y="47076"/>
                </a:cubicBezTo>
                <a:cubicBezTo>
                  <a:pt x="692097" y="125419"/>
                  <a:pt x="666028" y="194975"/>
                  <a:pt x="674521" y="235372"/>
                </a:cubicBezTo>
                <a:cubicBezTo>
                  <a:pt x="676844" y="257228"/>
                  <a:pt x="653300" y="283257"/>
                  <a:pt x="627445" y="282448"/>
                </a:cubicBezTo>
                <a:cubicBezTo>
                  <a:pt x="379171" y="351437"/>
                  <a:pt x="282330" y="228862"/>
                  <a:pt x="47076" y="282448"/>
                </a:cubicBezTo>
                <a:cubicBezTo>
                  <a:pt x="21242" y="276746"/>
                  <a:pt x="6528" y="263959"/>
                  <a:pt x="0" y="235372"/>
                </a:cubicBezTo>
                <a:cubicBezTo>
                  <a:pt x="-9908" y="194580"/>
                  <a:pt x="21388" y="129455"/>
                  <a:pt x="0" y="47076"/>
                </a:cubicBezTo>
                <a:close/>
              </a:path>
            </a:pathLst>
          </a:custGeom>
          <a:solidFill>
            <a:schemeClr val="accent4">
              <a:lumMod val="40000"/>
              <a:lumOff val="60000"/>
            </a:schemeClr>
          </a:solidFill>
          <a:ln>
            <a:extLst>
              <a:ext uri="{C807C97D-BFC1-408E-A445-0C87EB9F89A2}">
                <ask:lineSketchStyleProps xmlns:ask="http://schemas.microsoft.com/office/drawing/2018/sketchyshapes" sd="806580046">
                  <a:prstGeom prst="round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Ink Free" panose="03080402000500000000" pitchFamily="66" charset="0"/>
              </a:rPr>
              <a:t>c.30</a:t>
            </a:r>
            <a:endParaRPr lang="en-DE" dirty="0">
              <a:solidFill>
                <a:schemeClr val="tx1"/>
              </a:solidFill>
              <a:latin typeface="Ink Free" panose="03080402000500000000" pitchFamily="66" charset="0"/>
            </a:endParaRP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1FBC240C-099D-C409-20A5-834032FE9A70}"/>
              </a:ext>
            </a:extLst>
          </p:cNvPr>
          <p:cNvSpPr/>
          <p:nvPr/>
        </p:nvSpPr>
        <p:spPr>
          <a:xfrm>
            <a:off x="6648157" y="921875"/>
            <a:ext cx="628863" cy="282448"/>
          </a:xfrm>
          <a:custGeom>
            <a:avLst/>
            <a:gdLst>
              <a:gd name="connsiteX0" fmla="*/ 0 w 628863"/>
              <a:gd name="connsiteY0" fmla="*/ 47076 h 282448"/>
              <a:gd name="connsiteX1" fmla="*/ 47076 w 628863"/>
              <a:gd name="connsiteY1" fmla="*/ 0 h 282448"/>
              <a:gd name="connsiteX2" fmla="*/ 581787 w 628863"/>
              <a:gd name="connsiteY2" fmla="*/ 0 h 282448"/>
              <a:gd name="connsiteX3" fmla="*/ 628863 w 628863"/>
              <a:gd name="connsiteY3" fmla="*/ 47076 h 282448"/>
              <a:gd name="connsiteX4" fmla="*/ 628863 w 628863"/>
              <a:gd name="connsiteY4" fmla="*/ 235372 h 282448"/>
              <a:gd name="connsiteX5" fmla="*/ 581787 w 628863"/>
              <a:gd name="connsiteY5" fmla="*/ 282448 h 282448"/>
              <a:gd name="connsiteX6" fmla="*/ 47076 w 628863"/>
              <a:gd name="connsiteY6" fmla="*/ 282448 h 282448"/>
              <a:gd name="connsiteX7" fmla="*/ 0 w 628863"/>
              <a:gd name="connsiteY7" fmla="*/ 235372 h 282448"/>
              <a:gd name="connsiteX8" fmla="*/ 0 w 628863"/>
              <a:gd name="connsiteY8" fmla="*/ 47076 h 2824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28863" h="282448" fill="none" extrusionOk="0">
                <a:moveTo>
                  <a:pt x="0" y="47076"/>
                </a:moveTo>
                <a:cubicBezTo>
                  <a:pt x="333" y="22160"/>
                  <a:pt x="27804" y="-2847"/>
                  <a:pt x="47076" y="0"/>
                </a:cubicBezTo>
                <a:cubicBezTo>
                  <a:pt x="206862" y="-16004"/>
                  <a:pt x="317137" y="19267"/>
                  <a:pt x="581787" y="0"/>
                </a:cubicBezTo>
                <a:cubicBezTo>
                  <a:pt x="606712" y="-214"/>
                  <a:pt x="626538" y="22061"/>
                  <a:pt x="628863" y="47076"/>
                </a:cubicBezTo>
                <a:cubicBezTo>
                  <a:pt x="636299" y="107393"/>
                  <a:pt x="613848" y="164886"/>
                  <a:pt x="628863" y="235372"/>
                </a:cubicBezTo>
                <a:cubicBezTo>
                  <a:pt x="626329" y="264981"/>
                  <a:pt x="608266" y="285241"/>
                  <a:pt x="581787" y="282448"/>
                </a:cubicBezTo>
                <a:cubicBezTo>
                  <a:pt x="367350" y="327595"/>
                  <a:pt x="205385" y="271142"/>
                  <a:pt x="47076" y="282448"/>
                </a:cubicBezTo>
                <a:cubicBezTo>
                  <a:pt x="19904" y="283445"/>
                  <a:pt x="-536" y="259589"/>
                  <a:pt x="0" y="235372"/>
                </a:cubicBezTo>
                <a:cubicBezTo>
                  <a:pt x="-1215" y="143915"/>
                  <a:pt x="14254" y="128248"/>
                  <a:pt x="0" y="47076"/>
                </a:cubicBezTo>
                <a:close/>
              </a:path>
              <a:path w="628863" h="282448" stroke="0" extrusionOk="0">
                <a:moveTo>
                  <a:pt x="0" y="47076"/>
                </a:moveTo>
                <a:cubicBezTo>
                  <a:pt x="-904" y="28358"/>
                  <a:pt x="20862" y="1197"/>
                  <a:pt x="47076" y="0"/>
                </a:cubicBezTo>
                <a:cubicBezTo>
                  <a:pt x="276146" y="-12609"/>
                  <a:pt x="358834" y="14694"/>
                  <a:pt x="581787" y="0"/>
                </a:cubicBezTo>
                <a:cubicBezTo>
                  <a:pt x="611502" y="2374"/>
                  <a:pt x="636262" y="20878"/>
                  <a:pt x="628863" y="47076"/>
                </a:cubicBezTo>
                <a:cubicBezTo>
                  <a:pt x="645920" y="119976"/>
                  <a:pt x="611880" y="145283"/>
                  <a:pt x="628863" y="235372"/>
                </a:cubicBezTo>
                <a:cubicBezTo>
                  <a:pt x="628314" y="262004"/>
                  <a:pt x="610574" y="277784"/>
                  <a:pt x="581787" y="282448"/>
                </a:cubicBezTo>
                <a:cubicBezTo>
                  <a:pt x="388717" y="305253"/>
                  <a:pt x="214226" y="225646"/>
                  <a:pt x="47076" y="282448"/>
                </a:cubicBezTo>
                <a:cubicBezTo>
                  <a:pt x="17683" y="281626"/>
                  <a:pt x="1537" y="254024"/>
                  <a:pt x="0" y="235372"/>
                </a:cubicBezTo>
                <a:cubicBezTo>
                  <a:pt x="-21458" y="143128"/>
                  <a:pt x="20332" y="139513"/>
                  <a:pt x="0" y="47076"/>
                </a:cubicBezTo>
                <a:close/>
              </a:path>
            </a:pathLst>
          </a:custGeom>
          <a:solidFill>
            <a:schemeClr val="accent4">
              <a:lumMod val="40000"/>
              <a:lumOff val="60000"/>
            </a:schemeClr>
          </a:solidFill>
          <a:ln>
            <a:extLst>
              <a:ext uri="{C807C97D-BFC1-408E-A445-0C87EB9F89A2}">
                <ask:lineSketchStyleProps xmlns:ask="http://schemas.microsoft.com/office/drawing/2018/sketchyshapes" sd="1568559251">
                  <a:prstGeom prst="round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Ink Free" panose="03080402000500000000" pitchFamily="66" charset="0"/>
              </a:rPr>
              <a:t>.…</a:t>
            </a:r>
            <a:endParaRPr lang="en-DE" dirty="0">
              <a:solidFill>
                <a:schemeClr val="tx1"/>
              </a:solidFill>
              <a:latin typeface="Ink Free" panose="03080402000500000000" pitchFamily="66" charset="0"/>
            </a:endParaRPr>
          </a:p>
        </p:txBody>
      </p:sp>
      <p:sp>
        <p:nvSpPr>
          <p:cNvPr id="74" name="Rectangle: Rounded Corners 73">
            <a:extLst>
              <a:ext uri="{FF2B5EF4-FFF2-40B4-BE49-F238E27FC236}">
                <a16:creationId xmlns:a16="http://schemas.microsoft.com/office/drawing/2014/main" id="{B5B0AEEC-8416-192B-2F6D-B16D4EC80E1B}"/>
              </a:ext>
            </a:extLst>
          </p:cNvPr>
          <p:cNvSpPr/>
          <p:nvPr/>
        </p:nvSpPr>
        <p:spPr>
          <a:xfrm>
            <a:off x="491653" y="4287349"/>
            <a:ext cx="1494309" cy="2242203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rgbClr val="24682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9FE51F29-9F27-D5CB-35A7-F1608667282A}"/>
              </a:ext>
            </a:extLst>
          </p:cNvPr>
          <p:cNvSpPr/>
          <p:nvPr/>
        </p:nvSpPr>
        <p:spPr>
          <a:xfrm>
            <a:off x="547687" y="4537108"/>
            <a:ext cx="1384141" cy="842958"/>
          </a:xfrm>
          <a:prstGeom prst="roundRect">
            <a:avLst/>
          </a:prstGeom>
          <a:solidFill>
            <a:srgbClr val="DCEAF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30AFDA97-DB1A-F353-9AE9-1D305C8C18D3}"/>
              </a:ext>
            </a:extLst>
          </p:cNvPr>
          <p:cNvSpPr/>
          <p:nvPr/>
        </p:nvSpPr>
        <p:spPr>
          <a:xfrm>
            <a:off x="824099" y="4609004"/>
            <a:ext cx="1013267" cy="339687"/>
          </a:xfrm>
          <a:custGeom>
            <a:avLst/>
            <a:gdLst>
              <a:gd name="connsiteX0" fmla="*/ 0 w 1013267"/>
              <a:gd name="connsiteY0" fmla="*/ 56616 h 339687"/>
              <a:gd name="connsiteX1" fmla="*/ 56616 w 1013267"/>
              <a:gd name="connsiteY1" fmla="*/ 0 h 339687"/>
              <a:gd name="connsiteX2" fmla="*/ 515634 w 1013267"/>
              <a:gd name="connsiteY2" fmla="*/ 0 h 339687"/>
              <a:gd name="connsiteX3" fmla="*/ 956651 w 1013267"/>
              <a:gd name="connsiteY3" fmla="*/ 0 h 339687"/>
              <a:gd name="connsiteX4" fmla="*/ 1013267 w 1013267"/>
              <a:gd name="connsiteY4" fmla="*/ 56616 h 339687"/>
              <a:gd name="connsiteX5" fmla="*/ 1013267 w 1013267"/>
              <a:gd name="connsiteY5" fmla="*/ 283071 h 339687"/>
              <a:gd name="connsiteX6" fmla="*/ 956651 w 1013267"/>
              <a:gd name="connsiteY6" fmla="*/ 339687 h 339687"/>
              <a:gd name="connsiteX7" fmla="*/ 506634 w 1013267"/>
              <a:gd name="connsiteY7" fmla="*/ 339687 h 339687"/>
              <a:gd name="connsiteX8" fmla="*/ 56616 w 1013267"/>
              <a:gd name="connsiteY8" fmla="*/ 339687 h 339687"/>
              <a:gd name="connsiteX9" fmla="*/ 0 w 1013267"/>
              <a:gd name="connsiteY9" fmla="*/ 283071 h 339687"/>
              <a:gd name="connsiteX10" fmla="*/ 0 w 1013267"/>
              <a:gd name="connsiteY10" fmla="*/ 56616 h 3396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013267" h="339687" fill="none" extrusionOk="0">
                <a:moveTo>
                  <a:pt x="0" y="56616"/>
                </a:moveTo>
                <a:cubicBezTo>
                  <a:pt x="467" y="27258"/>
                  <a:pt x="22489" y="2345"/>
                  <a:pt x="56616" y="0"/>
                </a:cubicBezTo>
                <a:cubicBezTo>
                  <a:pt x="201307" y="-31420"/>
                  <a:pt x="364418" y="52703"/>
                  <a:pt x="515634" y="0"/>
                </a:cubicBezTo>
                <a:cubicBezTo>
                  <a:pt x="666850" y="-52703"/>
                  <a:pt x="784383" y="44399"/>
                  <a:pt x="956651" y="0"/>
                </a:cubicBezTo>
                <a:cubicBezTo>
                  <a:pt x="983129" y="308"/>
                  <a:pt x="1012024" y="31718"/>
                  <a:pt x="1013267" y="56616"/>
                </a:cubicBezTo>
                <a:cubicBezTo>
                  <a:pt x="1039402" y="108747"/>
                  <a:pt x="991553" y="206012"/>
                  <a:pt x="1013267" y="283071"/>
                </a:cubicBezTo>
                <a:cubicBezTo>
                  <a:pt x="1013186" y="319891"/>
                  <a:pt x="987202" y="340712"/>
                  <a:pt x="956651" y="339687"/>
                </a:cubicBezTo>
                <a:cubicBezTo>
                  <a:pt x="862470" y="391834"/>
                  <a:pt x="675445" y="298945"/>
                  <a:pt x="506634" y="339687"/>
                </a:cubicBezTo>
                <a:cubicBezTo>
                  <a:pt x="337823" y="380429"/>
                  <a:pt x="240122" y="317615"/>
                  <a:pt x="56616" y="339687"/>
                </a:cubicBezTo>
                <a:cubicBezTo>
                  <a:pt x="24844" y="334596"/>
                  <a:pt x="8386" y="312625"/>
                  <a:pt x="0" y="283071"/>
                </a:cubicBezTo>
                <a:cubicBezTo>
                  <a:pt x="-14751" y="197304"/>
                  <a:pt x="4419" y="162955"/>
                  <a:pt x="0" y="56616"/>
                </a:cubicBezTo>
                <a:close/>
              </a:path>
              <a:path w="1013267" h="339687" stroke="0" extrusionOk="0">
                <a:moveTo>
                  <a:pt x="0" y="56616"/>
                </a:moveTo>
                <a:cubicBezTo>
                  <a:pt x="-4865" y="23732"/>
                  <a:pt x="26154" y="2322"/>
                  <a:pt x="56616" y="0"/>
                </a:cubicBezTo>
                <a:cubicBezTo>
                  <a:pt x="236294" y="-2526"/>
                  <a:pt x="397761" y="1405"/>
                  <a:pt x="497633" y="0"/>
                </a:cubicBezTo>
                <a:cubicBezTo>
                  <a:pt x="597505" y="-1405"/>
                  <a:pt x="814581" y="16968"/>
                  <a:pt x="956651" y="0"/>
                </a:cubicBezTo>
                <a:cubicBezTo>
                  <a:pt x="985168" y="5010"/>
                  <a:pt x="1010187" y="18541"/>
                  <a:pt x="1013267" y="56616"/>
                </a:cubicBezTo>
                <a:cubicBezTo>
                  <a:pt x="1023924" y="133064"/>
                  <a:pt x="1009098" y="203415"/>
                  <a:pt x="1013267" y="283071"/>
                </a:cubicBezTo>
                <a:cubicBezTo>
                  <a:pt x="1008826" y="312013"/>
                  <a:pt x="986911" y="340481"/>
                  <a:pt x="956651" y="339687"/>
                </a:cubicBezTo>
                <a:cubicBezTo>
                  <a:pt x="817853" y="351589"/>
                  <a:pt x="726547" y="312598"/>
                  <a:pt x="533635" y="339687"/>
                </a:cubicBezTo>
                <a:cubicBezTo>
                  <a:pt x="340723" y="366776"/>
                  <a:pt x="291766" y="306036"/>
                  <a:pt x="56616" y="339687"/>
                </a:cubicBezTo>
                <a:cubicBezTo>
                  <a:pt x="21676" y="334968"/>
                  <a:pt x="-2729" y="315107"/>
                  <a:pt x="0" y="283071"/>
                </a:cubicBezTo>
                <a:cubicBezTo>
                  <a:pt x="-7177" y="232046"/>
                  <a:pt x="13919" y="132116"/>
                  <a:pt x="0" y="56616"/>
                </a:cubicBezTo>
                <a:close/>
              </a:path>
            </a:pathLst>
          </a:custGeom>
          <a:solidFill>
            <a:srgbClr val="D9F2D0"/>
          </a:solidFill>
          <a:ln>
            <a:extLst>
              <a:ext uri="{C807C97D-BFC1-408E-A445-0C87EB9F89A2}">
                <ask:lineSketchStyleProps xmlns:ask="http://schemas.microsoft.com/office/drawing/2018/sketchyshapes" sd="3896661861">
                  <a:prstGeom prst="round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/>
                </a:solidFill>
                <a:latin typeface="Ink Free" panose="03080402000500000000" pitchFamily="66" charset="0"/>
              </a:rPr>
              <a:t>diagnosis</a:t>
            </a:r>
            <a:endParaRPr lang="en-DE" dirty="0">
              <a:solidFill>
                <a:schemeClr val="tx1"/>
              </a:solidFill>
              <a:latin typeface="Ink Free" panose="03080402000500000000" pitchFamily="66" charset="0"/>
            </a:endParaRPr>
          </a:p>
        </p:txBody>
      </p: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8AC77E0D-DC58-995B-CE46-7CB7D9745EE2}"/>
              </a:ext>
            </a:extLst>
          </p:cNvPr>
          <p:cNvCxnSpPr>
            <a:cxnSpLocks/>
          </p:cNvCxnSpPr>
          <p:nvPr/>
        </p:nvCxnSpPr>
        <p:spPr>
          <a:xfrm>
            <a:off x="794829" y="5173191"/>
            <a:ext cx="898874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B257B500-154D-7F50-16D2-07A0349B1457}"/>
              </a:ext>
            </a:extLst>
          </p:cNvPr>
          <p:cNvSpPr/>
          <p:nvPr/>
        </p:nvSpPr>
        <p:spPr>
          <a:xfrm>
            <a:off x="805456" y="4994868"/>
            <a:ext cx="366766" cy="339688"/>
          </a:xfrm>
          <a:custGeom>
            <a:avLst/>
            <a:gdLst>
              <a:gd name="connsiteX0" fmla="*/ 0 w 366766"/>
              <a:gd name="connsiteY0" fmla="*/ 56616 h 339688"/>
              <a:gd name="connsiteX1" fmla="*/ 56616 w 366766"/>
              <a:gd name="connsiteY1" fmla="*/ 0 h 339688"/>
              <a:gd name="connsiteX2" fmla="*/ 310150 w 366766"/>
              <a:gd name="connsiteY2" fmla="*/ 0 h 339688"/>
              <a:gd name="connsiteX3" fmla="*/ 366766 w 366766"/>
              <a:gd name="connsiteY3" fmla="*/ 56616 h 339688"/>
              <a:gd name="connsiteX4" fmla="*/ 366766 w 366766"/>
              <a:gd name="connsiteY4" fmla="*/ 283072 h 339688"/>
              <a:gd name="connsiteX5" fmla="*/ 310150 w 366766"/>
              <a:gd name="connsiteY5" fmla="*/ 339688 h 339688"/>
              <a:gd name="connsiteX6" fmla="*/ 56616 w 366766"/>
              <a:gd name="connsiteY6" fmla="*/ 339688 h 339688"/>
              <a:gd name="connsiteX7" fmla="*/ 0 w 366766"/>
              <a:gd name="connsiteY7" fmla="*/ 283072 h 339688"/>
              <a:gd name="connsiteX8" fmla="*/ 0 w 366766"/>
              <a:gd name="connsiteY8" fmla="*/ 56616 h 3396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66766" h="339688" fill="none" extrusionOk="0">
                <a:moveTo>
                  <a:pt x="0" y="56616"/>
                </a:moveTo>
                <a:cubicBezTo>
                  <a:pt x="7398" y="23935"/>
                  <a:pt x="23991" y="4153"/>
                  <a:pt x="56616" y="0"/>
                </a:cubicBezTo>
                <a:cubicBezTo>
                  <a:pt x="148719" y="-7248"/>
                  <a:pt x="209955" y="8689"/>
                  <a:pt x="310150" y="0"/>
                </a:cubicBezTo>
                <a:cubicBezTo>
                  <a:pt x="336981" y="-2678"/>
                  <a:pt x="370498" y="18208"/>
                  <a:pt x="366766" y="56616"/>
                </a:cubicBezTo>
                <a:cubicBezTo>
                  <a:pt x="382400" y="133641"/>
                  <a:pt x="353063" y="173156"/>
                  <a:pt x="366766" y="283072"/>
                </a:cubicBezTo>
                <a:cubicBezTo>
                  <a:pt x="365812" y="314060"/>
                  <a:pt x="343497" y="342022"/>
                  <a:pt x="310150" y="339688"/>
                </a:cubicBezTo>
                <a:cubicBezTo>
                  <a:pt x="209741" y="364087"/>
                  <a:pt x="170791" y="328905"/>
                  <a:pt x="56616" y="339688"/>
                </a:cubicBezTo>
                <a:cubicBezTo>
                  <a:pt x="29591" y="340651"/>
                  <a:pt x="-440" y="313612"/>
                  <a:pt x="0" y="283072"/>
                </a:cubicBezTo>
                <a:cubicBezTo>
                  <a:pt x="-25707" y="171411"/>
                  <a:pt x="21278" y="120561"/>
                  <a:pt x="0" y="56616"/>
                </a:cubicBezTo>
                <a:close/>
              </a:path>
              <a:path w="366766" h="339688" stroke="0" extrusionOk="0">
                <a:moveTo>
                  <a:pt x="0" y="56616"/>
                </a:moveTo>
                <a:cubicBezTo>
                  <a:pt x="918" y="16607"/>
                  <a:pt x="22765" y="832"/>
                  <a:pt x="56616" y="0"/>
                </a:cubicBezTo>
                <a:cubicBezTo>
                  <a:pt x="176972" y="-20736"/>
                  <a:pt x="248306" y="6335"/>
                  <a:pt x="310150" y="0"/>
                </a:cubicBezTo>
                <a:cubicBezTo>
                  <a:pt x="347282" y="-3793"/>
                  <a:pt x="365774" y="27640"/>
                  <a:pt x="366766" y="56616"/>
                </a:cubicBezTo>
                <a:cubicBezTo>
                  <a:pt x="367262" y="140893"/>
                  <a:pt x="348770" y="174208"/>
                  <a:pt x="366766" y="283072"/>
                </a:cubicBezTo>
                <a:cubicBezTo>
                  <a:pt x="370103" y="313742"/>
                  <a:pt x="341385" y="334974"/>
                  <a:pt x="310150" y="339688"/>
                </a:cubicBezTo>
                <a:cubicBezTo>
                  <a:pt x="209612" y="358937"/>
                  <a:pt x="177924" y="335861"/>
                  <a:pt x="56616" y="339688"/>
                </a:cubicBezTo>
                <a:cubicBezTo>
                  <a:pt x="23671" y="337053"/>
                  <a:pt x="-2731" y="310669"/>
                  <a:pt x="0" y="283072"/>
                </a:cubicBezTo>
                <a:cubicBezTo>
                  <a:pt x="-9030" y="209057"/>
                  <a:pt x="6277" y="145332"/>
                  <a:pt x="0" y="56616"/>
                </a:cubicBezTo>
                <a:close/>
              </a:path>
            </a:pathLst>
          </a:custGeom>
          <a:solidFill>
            <a:schemeClr val="accent4">
              <a:lumMod val="40000"/>
              <a:lumOff val="60000"/>
            </a:schemeClr>
          </a:solidFill>
          <a:ln>
            <a:extLst>
              <a:ext uri="{C807C97D-BFC1-408E-A445-0C87EB9F89A2}">
                <ask:lineSketchStyleProps xmlns:ask="http://schemas.microsoft.com/office/drawing/2018/sketchyshapes" sd="1712354505">
                  <a:prstGeom prst="round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/>
                </a:solidFill>
                <a:latin typeface="Ink Free" panose="03080402000500000000" pitchFamily="66" charset="0"/>
              </a:rPr>
              <a:t>c.1</a:t>
            </a:r>
            <a:endParaRPr lang="en-DE" sz="1100" dirty="0">
              <a:solidFill>
                <a:schemeClr val="tx1"/>
              </a:solidFill>
              <a:latin typeface="Ink Free" panose="03080402000500000000" pitchFamily="66" charset="0"/>
            </a:endParaRPr>
          </a:p>
        </p:txBody>
      </p: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9FABB632-8CD8-8FA8-CE4A-12EA6EA064D6}"/>
              </a:ext>
            </a:extLst>
          </p:cNvPr>
          <p:cNvSpPr/>
          <p:nvPr/>
        </p:nvSpPr>
        <p:spPr>
          <a:xfrm>
            <a:off x="1309688" y="4994868"/>
            <a:ext cx="527679" cy="339688"/>
          </a:xfrm>
          <a:custGeom>
            <a:avLst/>
            <a:gdLst>
              <a:gd name="connsiteX0" fmla="*/ 0 w 527679"/>
              <a:gd name="connsiteY0" fmla="*/ 56616 h 339688"/>
              <a:gd name="connsiteX1" fmla="*/ 56616 w 527679"/>
              <a:gd name="connsiteY1" fmla="*/ 0 h 339688"/>
              <a:gd name="connsiteX2" fmla="*/ 471063 w 527679"/>
              <a:gd name="connsiteY2" fmla="*/ 0 h 339688"/>
              <a:gd name="connsiteX3" fmla="*/ 527679 w 527679"/>
              <a:gd name="connsiteY3" fmla="*/ 56616 h 339688"/>
              <a:gd name="connsiteX4" fmla="*/ 527679 w 527679"/>
              <a:gd name="connsiteY4" fmla="*/ 283072 h 339688"/>
              <a:gd name="connsiteX5" fmla="*/ 471063 w 527679"/>
              <a:gd name="connsiteY5" fmla="*/ 339688 h 339688"/>
              <a:gd name="connsiteX6" fmla="*/ 56616 w 527679"/>
              <a:gd name="connsiteY6" fmla="*/ 339688 h 339688"/>
              <a:gd name="connsiteX7" fmla="*/ 0 w 527679"/>
              <a:gd name="connsiteY7" fmla="*/ 283072 h 339688"/>
              <a:gd name="connsiteX8" fmla="*/ 0 w 527679"/>
              <a:gd name="connsiteY8" fmla="*/ 56616 h 3396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27679" h="339688" fill="none" extrusionOk="0">
                <a:moveTo>
                  <a:pt x="0" y="56616"/>
                </a:moveTo>
                <a:cubicBezTo>
                  <a:pt x="7398" y="23935"/>
                  <a:pt x="23991" y="4153"/>
                  <a:pt x="56616" y="0"/>
                </a:cubicBezTo>
                <a:cubicBezTo>
                  <a:pt x="175995" y="-9223"/>
                  <a:pt x="286770" y="47413"/>
                  <a:pt x="471063" y="0"/>
                </a:cubicBezTo>
                <a:cubicBezTo>
                  <a:pt x="497894" y="-2678"/>
                  <a:pt x="531411" y="18208"/>
                  <a:pt x="527679" y="56616"/>
                </a:cubicBezTo>
                <a:cubicBezTo>
                  <a:pt x="543313" y="133641"/>
                  <a:pt x="513976" y="173156"/>
                  <a:pt x="527679" y="283072"/>
                </a:cubicBezTo>
                <a:cubicBezTo>
                  <a:pt x="526725" y="314060"/>
                  <a:pt x="504410" y="342022"/>
                  <a:pt x="471063" y="339688"/>
                </a:cubicBezTo>
                <a:cubicBezTo>
                  <a:pt x="361076" y="386899"/>
                  <a:pt x="220817" y="303013"/>
                  <a:pt x="56616" y="339688"/>
                </a:cubicBezTo>
                <a:cubicBezTo>
                  <a:pt x="29591" y="340651"/>
                  <a:pt x="-440" y="313612"/>
                  <a:pt x="0" y="283072"/>
                </a:cubicBezTo>
                <a:cubicBezTo>
                  <a:pt x="-25707" y="171411"/>
                  <a:pt x="21278" y="120561"/>
                  <a:pt x="0" y="56616"/>
                </a:cubicBezTo>
                <a:close/>
              </a:path>
              <a:path w="527679" h="339688" stroke="0" extrusionOk="0">
                <a:moveTo>
                  <a:pt x="0" y="56616"/>
                </a:moveTo>
                <a:cubicBezTo>
                  <a:pt x="918" y="16607"/>
                  <a:pt x="22765" y="832"/>
                  <a:pt x="56616" y="0"/>
                </a:cubicBezTo>
                <a:cubicBezTo>
                  <a:pt x="195148" y="-45523"/>
                  <a:pt x="284360" y="45509"/>
                  <a:pt x="471063" y="0"/>
                </a:cubicBezTo>
                <a:cubicBezTo>
                  <a:pt x="508195" y="-3793"/>
                  <a:pt x="526687" y="27640"/>
                  <a:pt x="527679" y="56616"/>
                </a:cubicBezTo>
                <a:cubicBezTo>
                  <a:pt x="528175" y="140893"/>
                  <a:pt x="509683" y="174208"/>
                  <a:pt x="527679" y="283072"/>
                </a:cubicBezTo>
                <a:cubicBezTo>
                  <a:pt x="531016" y="313742"/>
                  <a:pt x="502298" y="334974"/>
                  <a:pt x="471063" y="339688"/>
                </a:cubicBezTo>
                <a:cubicBezTo>
                  <a:pt x="341522" y="367193"/>
                  <a:pt x="258597" y="331324"/>
                  <a:pt x="56616" y="339688"/>
                </a:cubicBezTo>
                <a:cubicBezTo>
                  <a:pt x="23671" y="337053"/>
                  <a:pt x="-2731" y="310669"/>
                  <a:pt x="0" y="283072"/>
                </a:cubicBezTo>
                <a:cubicBezTo>
                  <a:pt x="-9030" y="209057"/>
                  <a:pt x="6277" y="145332"/>
                  <a:pt x="0" y="56616"/>
                </a:cubicBezTo>
                <a:close/>
              </a:path>
            </a:pathLst>
          </a:custGeom>
          <a:solidFill>
            <a:schemeClr val="accent4">
              <a:lumMod val="40000"/>
              <a:lumOff val="60000"/>
            </a:schemeClr>
          </a:solidFill>
          <a:ln>
            <a:extLst>
              <a:ext uri="{C807C97D-BFC1-408E-A445-0C87EB9F89A2}">
                <ask:lineSketchStyleProps xmlns:ask="http://schemas.microsoft.com/office/drawing/2018/sketchyshapes" sd="1712354505">
                  <a:prstGeom prst="round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Ink Free" panose="03080402000500000000" pitchFamily="66" charset="0"/>
              </a:rPr>
              <a:t>c.30</a:t>
            </a:r>
            <a:endParaRPr lang="en-DE" sz="1200" dirty="0">
              <a:solidFill>
                <a:schemeClr val="tx1"/>
              </a:solidFill>
              <a:latin typeface="Ink Free" panose="03080402000500000000" pitchFamily="66" charset="0"/>
            </a:endParaRPr>
          </a:p>
        </p:txBody>
      </p:sp>
      <p:sp>
        <p:nvSpPr>
          <p:cNvPr id="75" name="Rectangle: Rounded Corners 74">
            <a:extLst>
              <a:ext uri="{FF2B5EF4-FFF2-40B4-BE49-F238E27FC236}">
                <a16:creationId xmlns:a16="http://schemas.microsoft.com/office/drawing/2014/main" id="{0EC6BC53-6D6C-BFDC-21FE-A497541C7759}"/>
              </a:ext>
            </a:extLst>
          </p:cNvPr>
          <p:cNvSpPr/>
          <p:nvPr/>
        </p:nvSpPr>
        <p:spPr>
          <a:xfrm>
            <a:off x="2215619" y="4308108"/>
            <a:ext cx="1494309" cy="2242203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76" name="Rectangle: Rounded Corners 75">
            <a:extLst>
              <a:ext uri="{FF2B5EF4-FFF2-40B4-BE49-F238E27FC236}">
                <a16:creationId xmlns:a16="http://schemas.microsoft.com/office/drawing/2014/main" id="{F993BA56-6AF8-4EB1-78C9-2488EE5F107D}"/>
              </a:ext>
            </a:extLst>
          </p:cNvPr>
          <p:cNvSpPr/>
          <p:nvPr/>
        </p:nvSpPr>
        <p:spPr>
          <a:xfrm>
            <a:off x="3902863" y="4308108"/>
            <a:ext cx="1494309" cy="2242203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rgbClr val="15608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78" name="Rectangle: Rounded Corners 77">
            <a:extLst>
              <a:ext uri="{FF2B5EF4-FFF2-40B4-BE49-F238E27FC236}">
                <a16:creationId xmlns:a16="http://schemas.microsoft.com/office/drawing/2014/main" id="{CDE99B31-7BF1-DEFE-CB45-020C8D205B9B}"/>
              </a:ext>
            </a:extLst>
          </p:cNvPr>
          <p:cNvSpPr/>
          <p:nvPr/>
        </p:nvSpPr>
        <p:spPr>
          <a:xfrm>
            <a:off x="551490" y="5517030"/>
            <a:ext cx="1384141" cy="842958"/>
          </a:xfrm>
          <a:prstGeom prst="roundRect">
            <a:avLst/>
          </a:prstGeom>
          <a:solidFill>
            <a:srgbClr val="DCEAF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79" name="Rectangle: Rounded Corners 78">
            <a:extLst>
              <a:ext uri="{FF2B5EF4-FFF2-40B4-BE49-F238E27FC236}">
                <a16:creationId xmlns:a16="http://schemas.microsoft.com/office/drawing/2014/main" id="{F03D5B5E-554A-7E0E-5FB0-6C69CEF838BA}"/>
              </a:ext>
            </a:extLst>
          </p:cNvPr>
          <p:cNvSpPr/>
          <p:nvPr/>
        </p:nvSpPr>
        <p:spPr>
          <a:xfrm>
            <a:off x="827902" y="5588926"/>
            <a:ext cx="1013267" cy="339687"/>
          </a:xfrm>
          <a:custGeom>
            <a:avLst/>
            <a:gdLst>
              <a:gd name="connsiteX0" fmla="*/ 0 w 1013267"/>
              <a:gd name="connsiteY0" fmla="*/ 56616 h 339687"/>
              <a:gd name="connsiteX1" fmla="*/ 56616 w 1013267"/>
              <a:gd name="connsiteY1" fmla="*/ 0 h 339687"/>
              <a:gd name="connsiteX2" fmla="*/ 515634 w 1013267"/>
              <a:gd name="connsiteY2" fmla="*/ 0 h 339687"/>
              <a:gd name="connsiteX3" fmla="*/ 956651 w 1013267"/>
              <a:gd name="connsiteY3" fmla="*/ 0 h 339687"/>
              <a:gd name="connsiteX4" fmla="*/ 1013267 w 1013267"/>
              <a:gd name="connsiteY4" fmla="*/ 56616 h 339687"/>
              <a:gd name="connsiteX5" fmla="*/ 1013267 w 1013267"/>
              <a:gd name="connsiteY5" fmla="*/ 283071 h 339687"/>
              <a:gd name="connsiteX6" fmla="*/ 956651 w 1013267"/>
              <a:gd name="connsiteY6" fmla="*/ 339687 h 339687"/>
              <a:gd name="connsiteX7" fmla="*/ 506634 w 1013267"/>
              <a:gd name="connsiteY7" fmla="*/ 339687 h 339687"/>
              <a:gd name="connsiteX8" fmla="*/ 56616 w 1013267"/>
              <a:gd name="connsiteY8" fmla="*/ 339687 h 339687"/>
              <a:gd name="connsiteX9" fmla="*/ 0 w 1013267"/>
              <a:gd name="connsiteY9" fmla="*/ 283071 h 339687"/>
              <a:gd name="connsiteX10" fmla="*/ 0 w 1013267"/>
              <a:gd name="connsiteY10" fmla="*/ 56616 h 3396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013267" h="339687" fill="none" extrusionOk="0">
                <a:moveTo>
                  <a:pt x="0" y="56616"/>
                </a:moveTo>
                <a:cubicBezTo>
                  <a:pt x="467" y="27258"/>
                  <a:pt x="22489" y="2345"/>
                  <a:pt x="56616" y="0"/>
                </a:cubicBezTo>
                <a:cubicBezTo>
                  <a:pt x="201307" y="-31420"/>
                  <a:pt x="364418" y="52703"/>
                  <a:pt x="515634" y="0"/>
                </a:cubicBezTo>
                <a:cubicBezTo>
                  <a:pt x="666850" y="-52703"/>
                  <a:pt x="784383" y="44399"/>
                  <a:pt x="956651" y="0"/>
                </a:cubicBezTo>
                <a:cubicBezTo>
                  <a:pt x="983129" y="308"/>
                  <a:pt x="1012024" y="31718"/>
                  <a:pt x="1013267" y="56616"/>
                </a:cubicBezTo>
                <a:cubicBezTo>
                  <a:pt x="1039402" y="108747"/>
                  <a:pt x="991553" y="206012"/>
                  <a:pt x="1013267" y="283071"/>
                </a:cubicBezTo>
                <a:cubicBezTo>
                  <a:pt x="1013186" y="319891"/>
                  <a:pt x="987202" y="340712"/>
                  <a:pt x="956651" y="339687"/>
                </a:cubicBezTo>
                <a:cubicBezTo>
                  <a:pt x="862470" y="391834"/>
                  <a:pt x="675445" y="298945"/>
                  <a:pt x="506634" y="339687"/>
                </a:cubicBezTo>
                <a:cubicBezTo>
                  <a:pt x="337823" y="380429"/>
                  <a:pt x="240122" y="317615"/>
                  <a:pt x="56616" y="339687"/>
                </a:cubicBezTo>
                <a:cubicBezTo>
                  <a:pt x="24844" y="334596"/>
                  <a:pt x="8386" y="312625"/>
                  <a:pt x="0" y="283071"/>
                </a:cubicBezTo>
                <a:cubicBezTo>
                  <a:pt x="-14751" y="197304"/>
                  <a:pt x="4419" y="162955"/>
                  <a:pt x="0" y="56616"/>
                </a:cubicBezTo>
                <a:close/>
              </a:path>
              <a:path w="1013267" h="339687" stroke="0" extrusionOk="0">
                <a:moveTo>
                  <a:pt x="0" y="56616"/>
                </a:moveTo>
                <a:cubicBezTo>
                  <a:pt x="-4865" y="23732"/>
                  <a:pt x="26154" y="2322"/>
                  <a:pt x="56616" y="0"/>
                </a:cubicBezTo>
                <a:cubicBezTo>
                  <a:pt x="236294" y="-2526"/>
                  <a:pt x="397761" y="1405"/>
                  <a:pt x="497633" y="0"/>
                </a:cubicBezTo>
                <a:cubicBezTo>
                  <a:pt x="597505" y="-1405"/>
                  <a:pt x="814581" y="16968"/>
                  <a:pt x="956651" y="0"/>
                </a:cubicBezTo>
                <a:cubicBezTo>
                  <a:pt x="985168" y="5010"/>
                  <a:pt x="1010187" y="18541"/>
                  <a:pt x="1013267" y="56616"/>
                </a:cubicBezTo>
                <a:cubicBezTo>
                  <a:pt x="1023924" y="133064"/>
                  <a:pt x="1009098" y="203415"/>
                  <a:pt x="1013267" y="283071"/>
                </a:cubicBezTo>
                <a:cubicBezTo>
                  <a:pt x="1008826" y="312013"/>
                  <a:pt x="986911" y="340481"/>
                  <a:pt x="956651" y="339687"/>
                </a:cubicBezTo>
                <a:cubicBezTo>
                  <a:pt x="817853" y="351589"/>
                  <a:pt x="726547" y="312598"/>
                  <a:pt x="533635" y="339687"/>
                </a:cubicBezTo>
                <a:cubicBezTo>
                  <a:pt x="340723" y="366776"/>
                  <a:pt x="291766" y="306036"/>
                  <a:pt x="56616" y="339687"/>
                </a:cubicBezTo>
                <a:cubicBezTo>
                  <a:pt x="21676" y="334968"/>
                  <a:pt x="-2729" y="315107"/>
                  <a:pt x="0" y="283071"/>
                </a:cubicBezTo>
                <a:cubicBezTo>
                  <a:pt x="-7177" y="232046"/>
                  <a:pt x="13919" y="132116"/>
                  <a:pt x="0" y="56616"/>
                </a:cubicBezTo>
                <a:close/>
              </a:path>
            </a:pathLst>
          </a:custGeom>
          <a:solidFill>
            <a:srgbClr val="D9F2D0"/>
          </a:solidFill>
          <a:ln>
            <a:extLst>
              <a:ext uri="{C807C97D-BFC1-408E-A445-0C87EB9F89A2}">
                <ask:lineSketchStyleProps xmlns:ask="http://schemas.microsoft.com/office/drawing/2018/sketchyshapes" sd="3896661861">
                  <a:prstGeom prst="round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/>
                </a:solidFill>
                <a:latin typeface="Ink Free" panose="03080402000500000000" pitchFamily="66" charset="0"/>
              </a:rPr>
              <a:t>diagnosis</a:t>
            </a:r>
            <a:endParaRPr lang="en-DE" dirty="0">
              <a:solidFill>
                <a:schemeClr val="tx1"/>
              </a:solidFill>
              <a:latin typeface="Ink Free" panose="03080402000500000000" pitchFamily="66" charset="0"/>
            </a:endParaRPr>
          </a:p>
        </p:txBody>
      </p: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5683A320-12CC-B684-5BF5-3FAFCCB341A9}"/>
              </a:ext>
            </a:extLst>
          </p:cNvPr>
          <p:cNvCxnSpPr>
            <a:cxnSpLocks/>
          </p:cNvCxnSpPr>
          <p:nvPr/>
        </p:nvCxnSpPr>
        <p:spPr>
          <a:xfrm>
            <a:off x="798632" y="6153113"/>
            <a:ext cx="898874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Rectangle: Rounded Corners 80">
            <a:extLst>
              <a:ext uri="{FF2B5EF4-FFF2-40B4-BE49-F238E27FC236}">
                <a16:creationId xmlns:a16="http://schemas.microsoft.com/office/drawing/2014/main" id="{5CDF96D9-236C-943D-0A0E-B5C743BD765C}"/>
              </a:ext>
            </a:extLst>
          </p:cNvPr>
          <p:cNvSpPr/>
          <p:nvPr/>
        </p:nvSpPr>
        <p:spPr>
          <a:xfrm>
            <a:off x="809259" y="5974790"/>
            <a:ext cx="366766" cy="339688"/>
          </a:xfrm>
          <a:custGeom>
            <a:avLst/>
            <a:gdLst>
              <a:gd name="connsiteX0" fmla="*/ 0 w 366766"/>
              <a:gd name="connsiteY0" fmla="*/ 56616 h 339688"/>
              <a:gd name="connsiteX1" fmla="*/ 56616 w 366766"/>
              <a:gd name="connsiteY1" fmla="*/ 0 h 339688"/>
              <a:gd name="connsiteX2" fmla="*/ 310150 w 366766"/>
              <a:gd name="connsiteY2" fmla="*/ 0 h 339688"/>
              <a:gd name="connsiteX3" fmla="*/ 366766 w 366766"/>
              <a:gd name="connsiteY3" fmla="*/ 56616 h 339688"/>
              <a:gd name="connsiteX4" fmla="*/ 366766 w 366766"/>
              <a:gd name="connsiteY4" fmla="*/ 283072 h 339688"/>
              <a:gd name="connsiteX5" fmla="*/ 310150 w 366766"/>
              <a:gd name="connsiteY5" fmla="*/ 339688 h 339688"/>
              <a:gd name="connsiteX6" fmla="*/ 56616 w 366766"/>
              <a:gd name="connsiteY6" fmla="*/ 339688 h 339688"/>
              <a:gd name="connsiteX7" fmla="*/ 0 w 366766"/>
              <a:gd name="connsiteY7" fmla="*/ 283072 h 339688"/>
              <a:gd name="connsiteX8" fmla="*/ 0 w 366766"/>
              <a:gd name="connsiteY8" fmla="*/ 56616 h 3396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66766" h="339688" fill="none" extrusionOk="0">
                <a:moveTo>
                  <a:pt x="0" y="56616"/>
                </a:moveTo>
                <a:cubicBezTo>
                  <a:pt x="7398" y="23935"/>
                  <a:pt x="23991" y="4153"/>
                  <a:pt x="56616" y="0"/>
                </a:cubicBezTo>
                <a:cubicBezTo>
                  <a:pt x="148719" y="-7248"/>
                  <a:pt x="209955" y="8689"/>
                  <a:pt x="310150" y="0"/>
                </a:cubicBezTo>
                <a:cubicBezTo>
                  <a:pt x="336981" y="-2678"/>
                  <a:pt x="370498" y="18208"/>
                  <a:pt x="366766" y="56616"/>
                </a:cubicBezTo>
                <a:cubicBezTo>
                  <a:pt x="382400" y="133641"/>
                  <a:pt x="353063" y="173156"/>
                  <a:pt x="366766" y="283072"/>
                </a:cubicBezTo>
                <a:cubicBezTo>
                  <a:pt x="365812" y="314060"/>
                  <a:pt x="343497" y="342022"/>
                  <a:pt x="310150" y="339688"/>
                </a:cubicBezTo>
                <a:cubicBezTo>
                  <a:pt x="209741" y="364087"/>
                  <a:pt x="170791" y="328905"/>
                  <a:pt x="56616" y="339688"/>
                </a:cubicBezTo>
                <a:cubicBezTo>
                  <a:pt x="29591" y="340651"/>
                  <a:pt x="-440" y="313612"/>
                  <a:pt x="0" y="283072"/>
                </a:cubicBezTo>
                <a:cubicBezTo>
                  <a:pt x="-25707" y="171411"/>
                  <a:pt x="21278" y="120561"/>
                  <a:pt x="0" y="56616"/>
                </a:cubicBezTo>
                <a:close/>
              </a:path>
              <a:path w="366766" h="339688" stroke="0" extrusionOk="0">
                <a:moveTo>
                  <a:pt x="0" y="56616"/>
                </a:moveTo>
                <a:cubicBezTo>
                  <a:pt x="918" y="16607"/>
                  <a:pt x="22765" y="832"/>
                  <a:pt x="56616" y="0"/>
                </a:cubicBezTo>
                <a:cubicBezTo>
                  <a:pt x="176972" y="-20736"/>
                  <a:pt x="248306" y="6335"/>
                  <a:pt x="310150" y="0"/>
                </a:cubicBezTo>
                <a:cubicBezTo>
                  <a:pt x="347282" y="-3793"/>
                  <a:pt x="365774" y="27640"/>
                  <a:pt x="366766" y="56616"/>
                </a:cubicBezTo>
                <a:cubicBezTo>
                  <a:pt x="367262" y="140893"/>
                  <a:pt x="348770" y="174208"/>
                  <a:pt x="366766" y="283072"/>
                </a:cubicBezTo>
                <a:cubicBezTo>
                  <a:pt x="370103" y="313742"/>
                  <a:pt x="341385" y="334974"/>
                  <a:pt x="310150" y="339688"/>
                </a:cubicBezTo>
                <a:cubicBezTo>
                  <a:pt x="209612" y="358937"/>
                  <a:pt x="177924" y="335861"/>
                  <a:pt x="56616" y="339688"/>
                </a:cubicBezTo>
                <a:cubicBezTo>
                  <a:pt x="23671" y="337053"/>
                  <a:pt x="-2731" y="310669"/>
                  <a:pt x="0" y="283072"/>
                </a:cubicBezTo>
                <a:cubicBezTo>
                  <a:pt x="-9030" y="209057"/>
                  <a:pt x="6277" y="145332"/>
                  <a:pt x="0" y="56616"/>
                </a:cubicBezTo>
                <a:close/>
              </a:path>
            </a:pathLst>
          </a:custGeom>
          <a:solidFill>
            <a:schemeClr val="accent4">
              <a:lumMod val="40000"/>
              <a:lumOff val="60000"/>
            </a:schemeClr>
          </a:solidFill>
          <a:ln>
            <a:extLst>
              <a:ext uri="{C807C97D-BFC1-408E-A445-0C87EB9F89A2}">
                <ask:lineSketchStyleProps xmlns:ask="http://schemas.microsoft.com/office/drawing/2018/sketchyshapes" sd="1712354505">
                  <a:prstGeom prst="round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/>
                </a:solidFill>
                <a:latin typeface="Ink Free" panose="03080402000500000000" pitchFamily="66" charset="0"/>
              </a:rPr>
              <a:t>c.1</a:t>
            </a:r>
            <a:endParaRPr lang="en-DE" sz="1100" dirty="0">
              <a:solidFill>
                <a:schemeClr val="tx1"/>
              </a:solidFill>
              <a:latin typeface="Ink Free" panose="03080402000500000000" pitchFamily="66" charset="0"/>
            </a:endParaRPr>
          </a:p>
        </p:txBody>
      </p:sp>
      <p:sp>
        <p:nvSpPr>
          <p:cNvPr id="82" name="Rectangle: Rounded Corners 81">
            <a:extLst>
              <a:ext uri="{FF2B5EF4-FFF2-40B4-BE49-F238E27FC236}">
                <a16:creationId xmlns:a16="http://schemas.microsoft.com/office/drawing/2014/main" id="{62F8AF2F-C410-3D26-94DE-82705FD99FB3}"/>
              </a:ext>
            </a:extLst>
          </p:cNvPr>
          <p:cNvSpPr/>
          <p:nvPr/>
        </p:nvSpPr>
        <p:spPr>
          <a:xfrm>
            <a:off x="1313491" y="5974790"/>
            <a:ext cx="527679" cy="339688"/>
          </a:xfrm>
          <a:custGeom>
            <a:avLst/>
            <a:gdLst>
              <a:gd name="connsiteX0" fmla="*/ 0 w 527679"/>
              <a:gd name="connsiteY0" fmla="*/ 56616 h 339688"/>
              <a:gd name="connsiteX1" fmla="*/ 56616 w 527679"/>
              <a:gd name="connsiteY1" fmla="*/ 0 h 339688"/>
              <a:gd name="connsiteX2" fmla="*/ 471063 w 527679"/>
              <a:gd name="connsiteY2" fmla="*/ 0 h 339688"/>
              <a:gd name="connsiteX3" fmla="*/ 527679 w 527679"/>
              <a:gd name="connsiteY3" fmla="*/ 56616 h 339688"/>
              <a:gd name="connsiteX4" fmla="*/ 527679 w 527679"/>
              <a:gd name="connsiteY4" fmla="*/ 283072 h 339688"/>
              <a:gd name="connsiteX5" fmla="*/ 471063 w 527679"/>
              <a:gd name="connsiteY5" fmla="*/ 339688 h 339688"/>
              <a:gd name="connsiteX6" fmla="*/ 56616 w 527679"/>
              <a:gd name="connsiteY6" fmla="*/ 339688 h 339688"/>
              <a:gd name="connsiteX7" fmla="*/ 0 w 527679"/>
              <a:gd name="connsiteY7" fmla="*/ 283072 h 339688"/>
              <a:gd name="connsiteX8" fmla="*/ 0 w 527679"/>
              <a:gd name="connsiteY8" fmla="*/ 56616 h 3396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27679" h="339688" fill="none" extrusionOk="0">
                <a:moveTo>
                  <a:pt x="0" y="56616"/>
                </a:moveTo>
                <a:cubicBezTo>
                  <a:pt x="7398" y="23935"/>
                  <a:pt x="23991" y="4153"/>
                  <a:pt x="56616" y="0"/>
                </a:cubicBezTo>
                <a:cubicBezTo>
                  <a:pt x="175995" y="-9223"/>
                  <a:pt x="286770" y="47413"/>
                  <a:pt x="471063" y="0"/>
                </a:cubicBezTo>
                <a:cubicBezTo>
                  <a:pt x="497894" y="-2678"/>
                  <a:pt x="531411" y="18208"/>
                  <a:pt x="527679" y="56616"/>
                </a:cubicBezTo>
                <a:cubicBezTo>
                  <a:pt x="543313" y="133641"/>
                  <a:pt x="513976" y="173156"/>
                  <a:pt x="527679" y="283072"/>
                </a:cubicBezTo>
                <a:cubicBezTo>
                  <a:pt x="526725" y="314060"/>
                  <a:pt x="504410" y="342022"/>
                  <a:pt x="471063" y="339688"/>
                </a:cubicBezTo>
                <a:cubicBezTo>
                  <a:pt x="361076" y="386899"/>
                  <a:pt x="220817" y="303013"/>
                  <a:pt x="56616" y="339688"/>
                </a:cubicBezTo>
                <a:cubicBezTo>
                  <a:pt x="29591" y="340651"/>
                  <a:pt x="-440" y="313612"/>
                  <a:pt x="0" y="283072"/>
                </a:cubicBezTo>
                <a:cubicBezTo>
                  <a:pt x="-25707" y="171411"/>
                  <a:pt x="21278" y="120561"/>
                  <a:pt x="0" y="56616"/>
                </a:cubicBezTo>
                <a:close/>
              </a:path>
              <a:path w="527679" h="339688" stroke="0" extrusionOk="0">
                <a:moveTo>
                  <a:pt x="0" y="56616"/>
                </a:moveTo>
                <a:cubicBezTo>
                  <a:pt x="918" y="16607"/>
                  <a:pt x="22765" y="832"/>
                  <a:pt x="56616" y="0"/>
                </a:cubicBezTo>
                <a:cubicBezTo>
                  <a:pt x="195148" y="-45523"/>
                  <a:pt x="284360" y="45509"/>
                  <a:pt x="471063" y="0"/>
                </a:cubicBezTo>
                <a:cubicBezTo>
                  <a:pt x="508195" y="-3793"/>
                  <a:pt x="526687" y="27640"/>
                  <a:pt x="527679" y="56616"/>
                </a:cubicBezTo>
                <a:cubicBezTo>
                  <a:pt x="528175" y="140893"/>
                  <a:pt x="509683" y="174208"/>
                  <a:pt x="527679" y="283072"/>
                </a:cubicBezTo>
                <a:cubicBezTo>
                  <a:pt x="531016" y="313742"/>
                  <a:pt x="502298" y="334974"/>
                  <a:pt x="471063" y="339688"/>
                </a:cubicBezTo>
                <a:cubicBezTo>
                  <a:pt x="341522" y="367193"/>
                  <a:pt x="258597" y="331324"/>
                  <a:pt x="56616" y="339688"/>
                </a:cubicBezTo>
                <a:cubicBezTo>
                  <a:pt x="23671" y="337053"/>
                  <a:pt x="-2731" y="310669"/>
                  <a:pt x="0" y="283072"/>
                </a:cubicBezTo>
                <a:cubicBezTo>
                  <a:pt x="-9030" y="209057"/>
                  <a:pt x="6277" y="145332"/>
                  <a:pt x="0" y="56616"/>
                </a:cubicBezTo>
                <a:close/>
              </a:path>
            </a:pathLst>
          </a:custGeom>
          <a:solidFill>
            <a:schemeClr val="accent4">
              <a:lumMod val="40000"/>
              <a:lumOff val="60000"/>
            </a:schemeClr>
          </a:solidFill>
          <a:ln>
            <a:extLst>
              <a:ext uri="{C807C97D-BFC1-408E-A445-0C87EB9F89A2}">
                <ask:lineSketchStyleProps xmlns:ask="http://schemas.microsoft.com/office/drawing/2018/sketchyshapes" sd="1712354505">
                  <a:prstGeom prst="round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Ink Free" panose="03080402000500000000" pitchFamily="66" charset="0"/>
              </a:rPr>
              <a:t>c.30</a:t>
            </a:r>
            <a:endParaRPr lang="en-DE" sz="1200" dirty="0">
              <a:solidFill>
                <a:schemeClr val="tx1"/>
              </a:solidFill>
              <a:latin typeface="Ink Free" panose="03080402000500000000" pitchFamily="66" charset="0"/>
            </a:endParaRPr>
          </a:p>
        </p:txBody>
      </p:sp>
      <p:pic>
        <p:nvPicPr>
          <p:cNvPr id="84" name="Picture 83" descr="A cartoon of a person&#10;&#10;Description automatically generated">
            <a:extLst>
              <a:ext uri="{FF2B5EF4-FFF2-40B4-BE49-F238E27FC236}">
                <a16:creationId xmlns:a16="http://schemas.microsoft.com/office/drawing/2014/main" id="{F56CD54B-0BF9-45DE-F1D6-14CCC9AB81DB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027" t="1" r="18526" b="3353"/>
          <a:stretch/>
        </p:blipFill>
        <p:spPr>
          <a:xfrm>
            <a:off x="582944" y="4826489"/>
            <a:ext cx="194166" cy="28241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</p:pic>
      <p:pic>
        <p:nvPicPr>
          <p:cNvPr id="85" name="Picture 84" descr="A cartoon of a person&#10;&#10;Description automatically generated">
            <a:extLst>
              <a:ext uri="{FF2B5EF4-FFF2-40B4-BE49-F238E27FC236}">
                <a16:creationId xmlns:a16="http://schemas.microsoft.com/office/drawing/2014/main" id="{45CA0BF3-917B-1CAD-5CC5-7054CBA19E1B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027" t="1" r="18526" b="3353"/>
          <a:stretch/>
        </p:blipFill>
        <p:spPr>
          <a:xfrm>
            <a:off x="587893" y="5823143"/>
            <a:ext cx="194166" cy="28241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</p:pic>
      <p:sp>
        <p:nvSpPr>
          <p:cNvPr id="86" name="Rectangle: Rounded Corners 85">
            <a:extLst>
              <a:ext uri="{FF2B5EF4-FFF2-40B4-BE49-F238E27FC236}">
                <a16:creationId xmlns:a16="http://schemas.microsoft.com/office/drawing/2014/main" id="{9EE531D5-EE6A-A9BE-797F-7251A89C1B3C}"/>
              </a:ext>
            </a:extLst>
          </p:cNvPr>
          <p:cNvSpPr/>
          <p:nvPr/>
        </p:nvSpPr>
        <p:spPr>
          <a:xfrm>
            <a:off x="2266281" y="4537108"/>
            <a:ext cx="1384141" cy="842958"/>
          </a:xfrm>
          <a:prstGeom prst="roundRect">
            <a:avLst/>
          </a:prstGeom>
          <a:solidFill>
            <a:srgbClr val="DCEAF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87" name="Rectangle: Rounded Corners 86">
            <a:extLst>
              <a:ext uri="{FF2B5EF4-FFF2-40B4-BE49-F238E27FC236}">
                <a16:creationId xmlns:a16="http://schemas.microsoft.com/office/drawing/2014/main" id="{1C783001-D05C-9C26-6A69-CD38289B0756}"/>
              </a:ext>
            </a:extLst>
          </p:cNvPr>
          <p:cNvSpPr/>
          <p:nvPr/>
        </p:nvSpPr>
        <p:spPr>
          <a:xfrm>
            <a:off x="2542693" y="4609004"/>
            <a:ext cx="1013267" cy="339687"/>
          </a:xfrm>
          <a:custGeom>
            <a:avLst/>
            <a:gdLst>
              <a:gd name="connsiteX0" fmla="*/ 0 w 1013267"/>
              <a:gd name="connsiteY0" fmla="*/ 56616 h 339687"/>
              <a:gd name="connsiteX1" fmla="*/ 56616 w 1013267"/>
              <a:gd name="connsiteY1" fmla="*/ 0 h 339687"/>
              <a:gd name="connsiteX2" fmla="*/ 515634 w 1013267"/>
              <a:gd name="connsiteY2" fmla="*/ 0 h 339687"/>
              <a:gd name="connsiteX3" fmla="*/ 956651 w 1013267"/>
              <a:gd name="connsiteY3" fmla="*/ 0 h 339687"/>
              <a:gd name="connsiteX4" fmla="*/ 1013267 w 1013267"/>
              <a:gd name="connsiteY4" fmla="*/ 56616 h 339687"/>
              <a:gd name="connsiteX5" fmla="*/ 1013267 w 1013267"/>
              <a:gd name="connsiteY5" fmla="*/ 283071 h 339687"/>
              <a:gd name="connsiteX6" fmla="*/ 956651 w 1013267"/>
              <a:gd name="connsiteY6" fmla="*/ 339687 h 339687"/>
              <a:gd name="connsiteX7" fmla="*/ 506634 w 1013267"/>
              <a:gd name="connsiteY7" fmla="*/ 339687 h 339687"/>
              <a:gd name="connsiteX8" fmla="*/ 56616 w 1013267"/>
              <a:gd name="connsiteY8" fmla="*/ 339687 h 339687"/>
              <a:gd name="connsiteX9" fmla="*/ 0 w 1013267"/>
              <a:gd name="connsiteY9" fmla="*/ 283071 h 339687"/>
              <a:gd name="connsiteX10" fmla="*/ 0 w 1013267"/>
              <a:gd name="connsiteY10" fmla="*/ 56616 h 3396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013267" h="339687" fill="none" extrusionOk="0">
                <a:moveTo>
                  <a:pt x="0" y="56616"/>
                </a:moveTo>
                <a:cubicBezTo>
                  <a:pt x="467" y="27258"/>
                  <a:pt x="22489" y="2345"/>
                  <a:pt x="56616" y="0"/>
                </a:cubicBezTo>
                <a:cubicBezTo>
                  <a:pt x="201307" y="-31420"/>
                  <a:pt x="364418" y="52703"/>
                  <a:pt x="515634" y="0"/>
                </a:cubicBezTo>
                <a:cubicBezTo>
                  <a:pt x="666850" y="-52703"/>
                  <a:pt x="784383" y="44399"/>
                  <a:pt x="956651" y="0"/>
                </a:cubicBezTo>
                <a:cubicBezTo>
                  <a:pt x="983129" y="308"/>
                  <a:pt x="1012024" y="31718"/>
                  <a:pt x="1013267" y="56616"/>
                </a:cubicBezTo>
                <a:cubicBezTo>
                  <a:pt x="1039402" y="108747"/>
                  <a:pt x="991553" y="206012"/>
                  <a:pt x="1013267" y="283071"/>
                </a:cubicBezTo>
                <a:cubicBezTo>
                  <a:pt x="1013186" y="319891"/>
                  <a:pt x="987202" y="340712"/>
                  <a:pt x="956651" y="339687"/>
                </a:cubicBezTo>
                <a:cubicBezTo>
                  <a:pt x="862470" y="391834"/>
                  <a:pt x="675445" y="298945"/>
                  <a:pt x="506634" y="339687"/>
                </a:cubicBezTo>
                <a:cubicBezTo>
                  <a:pt x="337823" y="380429"/>
                  <a:pt x="240122" y="317615"/>
                  <a:pt x="56616" y="339687"/>
                </a:cubicBezTo>
                <a:cubicBezTo>
                  <a:pt x="24844" y="334596"/>
                  <a:pt x="8386" y="312625"/>
                  <a:pt x="0" y="283071"/>
                </a:cubicBezTo>
                <a:cubicBezTo>
                  <a:pt x="-14751" y="197304"/>
                  <a:pt x="4419" y="162955"/>
                  <a:pt x="0" y="56616"/>
                </a:cubicBezTo>
                <a:close/>
              </a:path>
              <a:path w="1013267" h="339687" stroke="0" extrusionOk="0">
                <a:moveTo>
                  <a:pt x="0" y="56616"/>
                </a:moveTo>
                <a:cubicBezTo>
                  <a:pt x="-4865" y="23732"/>
                  <a:pt x="26154" y="2322"/>
                  <a:pt x="56616" y="0"/>
                </a:cubicBezTo>
                <a:cubicBezTo>
                  <a:pt x="236294" y="-2526"/>
                  <a:pt x="397761" y="1405"/>
                  <a:pt x="497633" y="0"/>
                </a:cubicBezTo>
                <a:cubicBezTo>
                  <a:pt x="597505" y="-1405"/>
                  <a:pt x="814581" y="16968"/>
                  <a:pt x="956651" y="0"/>
                </a:cubicBezTo>
                <a:cubicBezTo>
                  <a:pt x="985168" y="5010"/>
                  <a:pt x="1010187" y="18541"/>
                  <a:pt x="1013267" y="56616"/>
                </a:cubicBezTo>
                <a:cubicBezTo>
                  <a:pt x="1023924" y="133064"/>
                  <a:pt x="1009098" y="203415"/>
                  <a:pt x="1013267" y="283071"/>
                </a:cubicBezTo>
                <a:cubicBezTo>
                  <a:pt x="1008826" y="312013"/>
                  <a:pt x="986911" y="340481"/>
                  <a:pt x="956651" y="339687"/>
                </a:cubicBezTo>
                <a:cubicBezTo>
                  <a:pt x="817853" y="351589"/>
                  <a:pt x="726547" y="312598"/>
                  <a:pt x="533635" y="339687"/>
                </a:cubicBezTo>
                <a:cubicBezTo>
                  <a:pt x="340723" y="366776"/>
                  <a:pt x="291766" y="306036"/>
                  <a:pt x="56616" y="339687"/>
                </a:cubicBezTo>
                <a:cubicBezTo>
                  <a:pt x="21676" y="334968"/>
                  <a:pt x="-2729" y="315107"/>
                  <a:pt x="0" y="283071"/>
                </a:cubicBezTo>
                <a:cubicBezTo>
                  <a:pt x="-7177" y="232046"/>
                  <a:pt x="13919" y="132116"/>
                  <a:pt x="0" y="56616"/>
                </a:cubicBezTo>
                <a:close/>
              </a:path>
            </a:pathLst>
          </a:custGeom>
          <a:solidFill>
            <a:srgbClr val="D9F2D0"/>
          </a:solidFill>
          <a:ln>
            <a:extLst>
              <a:ext uri="{C807C97D-BFC1-408E-A445-0C87EB9F89A2}">
                <ask:lineSketchStyleProps xmlns:ask="http://schemas.microsoft.com/office/drawing/2018/sketchyshapes" sd="3896661861">
                  <a:prstGeom prst="round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/>
                </a:solidFill>
                <a:latin typeface="Ink Free" panose="03080402000500000000" pitchFamily="66" charset="0"/>
              </a:rPr>
              <a:t>diagnosis</a:t>
            </a:r>
            <a:endParaRPr lang="en-DE" dirty="0">
              <a:solidFill>
                <a:schemeClr val="tx1"/>
              </a:solidFill>
              <a:latin typeface="Ink Free" panose="03080402000500000000" pitchFamily="66" charset="0"/>
            </a:endParaRPr>
          </a:p>
        </p:txBody>
      </p: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00423B0C-AAB5-8095-E81D-670F21815CEE}"/>
              </a:ext>
            </a:extLst>
          </p:cNvPr>
          <p:cNvCxnSpPr>
            <a:cxnSpLocks/>
          </p:cNvCxnSpPr>
          <p:nvPr/>
        </p:nvCxnSpPr>
        <p:spPr>
          <a:xfrm>
            <a:off x="2513423" y="5173191"/>
            <a:ext cx="898874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Rectangle: Rounded Corners 88">
            <a:extLst>
              <a:ext uri="{FF2B5EF4-FFF2-40B4-BE49-F238E27FC236}">
                <a16:creationId xmlns:a16="http://schemas.microsoft.com/office/drawing/2014/main" id="{3F8F910D-47E2-5AE4-89AF-5CD57B35642D}"/>
              </a:ext>
            </a:extLst>
          </p:cNvPr>
          <p:cNvSpPr/>
          <p:nvPr/>
        </p:nvSpPr>
        <p:spPr>
          <a:xfrm>
            <a:off x="2524050" y="4994868"/>
            <a:ext cx="366766" cy="339688"/>
          </a:xfrm>
          <a:custGeom>
            <a:avLst/>
            <a:gdLst>
              <a:gd name="connsiteX0" fmla="*/ 0 w 366766"/>
              <a:gd name="connsiteY0" fmla="*/ 56616 h 339688"/>
              <a:gd name="connsiteX1" fmla="*/ 56616 w 366766"/>
              <a:gd name="connsiteY1" fmla="*/ 0 h 339688"/>
              <a:gd name="connsiteX2" fmla="*/ 310150 w 366766"/>
              <a:gd name="connsiteY2" fmla="*/ 0 h 339688"/>
              <a:gd name="connsiteX3" fmla="*/ 366766 w 366766"/>
              <a:gd name="connsiteY3" fmla="*/ 56616 h 339688"/>
              <a:gd name="connsiteX4" fmla="*/ 366766 w 366766"/>
              <a:gd name="connsiteY4" fmla="*/ 283072 h 339688"/>
              <a:gd name="connsiteX5" fmla="*/ 310150 w 366766"/>
              <a:gd name="connsiteY5" fmla="*/ 339688 h 339688"/>
              <a:gd name="connsiteX6" fmla="*/ 56616 w 366766"/>
              <a:gd name="connsiteY6" fmla="*/ 339688 h 339688"/>
              <a:gd name="connsiteX7" fmla="*/ 0 w 366766"/>
              <a:gd name="connsiteY7" fmla="*/ 283072 h 339688"/>
              <a:gd name="connsiteX8" fmla="*/ 0 w 366766"/>
              <a:gd name="connsiteY8" fmla="*/ 56616 h 3396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66766" h="339688" fill="none" extrusionOk="0">
                <a:moveTo>
                  <a:pt x="0" y="56616"/>
                </a:moveTo>
                <a:cubicBezTo>
                  <a:pt x="7398" y="23935"/>
                  <a:pt x="23991" y="4153"/>
                  <a:pt x="56616" y="0"/>
                </a:cubicBezTo>
                <a:cubicBezTo>
                  <a:pt x="148719" y="-7248"/>
                  <a:pt x="209955" y="8689"/>
                  <a:pt x="310150" y="0"/>
                </a:cubicBezTo>
                <a:cubicBezTo>
                  <a:pt x="336981" y="-2678"/>
                  <a:pt x="370498" y="18208"/>
                  <a:pt x="366766" y="56616"/>
                </a:cubicBezTo>
                <a:cubicBezTo>
                  <a:pt x="382400" y="133641"/>
                  <a:pt x="353063" y="173156"/>
                  <a:pt x="366766" y="283072"/>
                </a:cubicBezTo>
                <a:cubicBezTo>
                  <a:pt x="365812" y="314060"/>
                  <a:pt x="343497" y="342022"/>
                  <a:pt x="310150" y="339688"/>
                </a:cubicBezTo>
                <a:cubicBezTo>
                  <a:pt x="209741" y="364087"/>
                  <a:pt x="170791" y="328905"/>
                  <a:pt x="56616" y="339688"/>
                </a:cubicBezTo>
                <a:cubicBezTo>
                  <a:pt x="29591" y="340651"/>
                  <a:pt x="-440" y="313612"/>
                  <a:pt x="0" y="283072"/>
                </a:cubicBezTo>
                <a:cubicBezTo>
                  <a:pt x="-25707" y="171411"/>
                  <a:pt x="21278" y="120561"/>
                  <a:pt x="0" y="56616"/>
                </a:cubicBezTo>
                <a:close/>
              </a:path>
              <a:path w="366766" h="339688" stroke="0" extrusionOk="0">
                <a:moveTo>
                  <a:pt x="0" y="56616"/>
                </a:moveTo>
                <a:cubicBezTo>
                  <a:pt x="918" y="16607"/>
                  <a:pt x="22765" y="832"/>
                  <a:pt x="56616" y="0"/>
                </a:cubicBezTo>
                <a:cubicBezTo>
                  <a:pt x="176972" y="-20736"/>
                  <a:pt x="248306" y="6335"/>
                  <a:pt x="310150" y="0"/>
                </a:cubicBezTo>
                <a:cubicBezTo>
                  <a:pt x="347282" y="-3793"/>
                  <a:pt x="365774" y="27640"/>
                  <a:pt x="366766" y="56616"/>
                </a:cubicBezTo>
                <a:cubicBezTo>
                  <a:pt x="367262" y="140893"/>
                  <a:pt x="348770" y="174208"/>
                  <a:pt x="366766" y="283072"/>
                </a:cubicBezTo>
                <a:cubicBezTo>
                  <a:pt x="370103" y="313742"/>
                  <a:pt x="341385" y="334974"/>
                  <a:pt x="310150" y="339688"/>
                </a:cubicBezTo>
                <a:cubicBezTo>
                  <a:pt x="209612" y="358937"/>
                  <a:pt x="177924" y="335861"/>
                  <a:pt x="56616" y="339688"/>
                </a:cubicBezTo>
                <a:cubicBezTo>
                  <a:pt x="23671" y="337053"/>
                  <a:pt x="-2731" y="310669"/>
                  <a:pt x="0" y="283072"/>
                </a:cubicBezTo>
                <a:cubicBezTo>
                  <a:pt x="-9030" y="209057"/>
                  <a:pt x="6277" y="145332"/>
                  <a:pt x="0" y="56616"/>
                </a:cubicBezTo>
                <a:close/>
              </a:path>
            </a:pathLst>
          </a:custGeom>
          <a:solidFill>
            <a:schemeClr val="accent4">
              <a:lumMod val="40000"/>
              <a:lumOff val="60000"/>
            </a:schemeClr>
          </a:solidFill>
          <a:ln>
            <a:extLst>
              <a:ext uri="{C807C97D-BFC1-408E-A445-0C87EB9F89A2}">
                <ask:lineSketchStyleProps xmlns:ask="http://schemas.microsoft.com/office/drawing/2018/sketchyshapes" sd="1712354505">
                  <a:prstGeom prst="round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/>
                </a:solidFill>
                <a:latin typeface="Ink Free" panose="03080402000500000000" pitchFamily="66" charset="0"/>
              </a:rPr>
              <a:t>c.1</a:t>
            </a:r>
            <a:endParaRPr lang="en-DE" sz="1100" dirty="0">
              <a:solidFill>
                <a:schemeClr val="tx1"/>
              </a:solidFill>
              <a:latin typeface="Ink Free" panose="03080402000500000000" pitchFamily="66" charset="0"/>
            </a:endParaRPr>
          </a:p>
        </p:txBody>
      </p:sp>
      <p:sp>
        <p:nvSpPr>
          <p:cNvPr id="90" name="Rectangle: Rounded Corners 89">
            <a:extLst>
              <a:ext uri="{FF2B5EF4-FFF2-40B4-BE49-F238E27FC236}">
                <a16:creationId xmlns:a16="http://schemas.microsoft.com/office/drawing/2014/main" id="{70A89A0C-3C28-F112-F2AF-5F579969064F}"/>
              </a:ext>
            </a:extLst>
          </p:cNvPr>
          <p:cNvSpPr/>
          <p:nvPr/>
        </p:nvSpPr>
        <p:spPr>
          <a:xfrm>
            <a:off x="3028282" y="4994868"/>
            <a:ext cx="527679" cy="339688"/>
          </a:xfrm>
          <a:custGeom>
            <a:avLst/>
            <a:gdLst>
              <a:gd name="connsiteX0" fmla="*/ 0 w 527679"/>
              <a:gd name="connsiteY0" fmla="*/ 56616 h 339688"/>
              <a:gd name="connsiteX1" fmla="*/ 56616 w 527679"/>
              <a:gd name="connsiteY1" fmla="*/ 0 h 339688"/>
              <a:gd name="connsiteX2" fmla="*/ 471063 w 527679"/>
              <a:gd name="connsiteY2" fmla="*/ 0 h 339688"/>
              <a:gd name="connsiteX3" fmla="*/ 527679 w 527679"/>
              <a:gd name="connsiteY3" fmla="*/ 56616 h 339688"/>
              <a:gd name="connsiteX4" fmla="*/ 527679 w 527679"/>
              <a:gd name="connsiteY4" fmla="*/ 283072 h 339688"/>
              <a:gd name="connsiteX5" fmla="*/ 471063 w 527679"/>
              <a:gd name="connsiteY5" fmla="*/ 339688 h 339688"/>
              <a:gd name="connsiteX6" fmla="*/ 56616 w 527679"/>
              <a:gd name="connsiteY6" fmla="*/ 339688 h 339688"/>
              <a:gd name="connsiteX7" fmla="*/ 0 w 527679"/>
              <a:gd name="connsiteY7" fmla="*/ 283072 h 339688"/>
              <a:gd name="connsiteX8" fmla="*/ 0 w 527679"/>
              <a:gd name="connsiteY8" fmla="*/ 56616 h 3396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27679" h="339688" fill="none" extrusionOk="0">
                <a:moveTo>
                  <a:pt x="0" y="56616"/>
                </a:moveTo>
                <a:cubicBezTo>
                  <a:pt x="7398" y="23935"/>
                  <a:pt x="23991" y="4153"/>
                  <a:pt x="56616" y="0"/>
                </a:cubicBezTo>
                <a:cubicBezTo>
                  <a:pt x="175995" y="-9223"/>
                  <a:pt x="286770" y="47413"/>
                  <a:pt x="471063" y="0"/>
                </a:cubicBezTo>
                <a:cubicBezTo>
                  <a:pt x="497894" y="-2678"/>
                  <a:pt x="531411" y="18208"/>
                  <a:pt x="527679" y="56616"/>
                </a:cubicBezTo>
                <a:cubicBezTo>
                  <a:pt x="543313" y="133641"/>
                  <a:pt x="513976" y="173156"/>
                  <a:pt x="527679" y="283072"/>
                </a:cubicBezTo>
                <a:cubicBezTo>
                  <a:pt x="526725" y="314060"/>
                  <a:pt x="504410" y="342022"/>
                  <a:pt x="471063" y="339688"/>
                </a:cubicBezTo>
                <a:cubicBezTo>
                  <a:pt x="361076" y="386899"/>
                  <a:pt x="220817" y="303013"/>
                  <a:pt x="56616" y="339688"/>
                </a:cubicBezTo>
                <a:cubicBezTo>
                  <a:pt x="29591" y="340651"/>
                  <a:pt x="-440" y="313612"/>
                  <a:pt x="0" y="283072"/>
                </a:cubicBezTo>
                <a:cubicBezTo>
                  <a:pt x="-25707" y="171411"/>
                  <a:pt x="21278" y="120561"/>
                  <a:pt x="0" y="56616"/>
                </a:cubicBezTo>
                <a:close/>
              </a:path>
              <a:path w="527679" h="339688" stroke="0" extrusionOk="0">
                <a:moveTo>
                  <a:pt x="0" y="56616"/>
                </a:moveTo>
                <a:cubicBezTo>
                  <a:pt x="918" y="16607"/>
                  <a:pt x="22765" y="832"/>
                  <a:pt x="56616" y="0"/>
                </a:cubicBezTo>
                <a:cubicBezTo>
                  <a:pt x="195148" y="-45523"/>
                  <a:pt x="284360" y="45509"/>
                  <a:pt x="471063" y="0"/>
                </a:cubicBezTo>
                <a:cubicBezTo>
                  <a:pt x="508195" y="-3793"/>
                  <a:pt x="526687" y="27640"/>
                  <a:pt x="527679" y="56616"/>
                </a:cubicBezTo>
                <a:cubicBezTo>
                  <a:pt x="528175" y="140893"/>
                  <a:pt x="509683" y="174208"/>
                  <a:pt x="527679" y="283072"/>
                </a:cubicBezTo>
                <a:cubicBezTo>
                  <a:pt x="531016" y="313742"/>
                  <a:pt x="502298" y="334974"/>
                  <a:pt x="471063" y="339688"/>
                </a:cubicBezTo>
                <a:cubicBezTo>
                  <a:pt x="341522" y="367193"/>
                  <a:pt x="258597" y="331324"/>
                  <a:pt x="56616" y="339688"/>
                </a:cubicBezTo>
                <a:cubicBezTo>
                  <a:pt x="23671" y="337053"/>
                  <a:pt x="-2731" y="310669"/>
                  <a:pt x="0" y="283072"/>
                </a:cubicBezTo>
                <a:cubicBezTo>
                  <a:pt x="-9030" y="209057"/>
                  <a:pt x="6277" y="145332"/>
                  <a:pt x="0" y="56616"/>
                </a:cubicBezTo>
                <a:close/>
              </a:path>
            </a:pathLst>
          </a:custGeom>
          <a:solidFill>
            <a:schemeClr val="accent4">
              <a:lumMod val="40000"/>
              <a:lumOff val="60000"/>
            </a:schemeClr>
          </a:solidFill>
          <a:ln>
            <a:extLst>
              <a:ext uri="{C807C97D-BFC1-408E-A445-0C87EB9F89A2}">
                <ask:lineSketchStyleProps xmlns:ask="http://schemas.microsoft.com/office/drawing/2018/sketchyshapes" sd="1712354505">
                  <a:prstGeom prst="round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Ink Free" panose="03080402000500000000" pitchFamily="66" charset="0"/>
              </a:rPr>
              <a:t>c.30</a:t>
            </a:r>
            <a:endParaRPr lang="en-DE" sz="1200" dirty="0">
              <a:solidFill>
                <a:schemeClr val="tx1"/>
              </a:solidFill>
              <a:latin typeface="Ink Free" panose="03080402000500000000" pitchFamily="66" charset="0"/>
            </a:endParaRPr>
          </a:p>
        </p:txBody>
      </p:sp>
      <p:sp>
        <p:nvSpPr>
          <p:cNvPr id="91" name="Rectangle: Rounded Corners 90">
            <a:extLst>
              <a:ext uri="{FF2B5EF4-FFF2-40B4-BE49-F238E27FC236}">
                <a16:creationId xmlns:a16="http://schemas.microsoft.com/office/drawing/2014/main" id="{A64F5B6F-283A-02D9-F1D1-2F75F7B4A33C}"/>
              </a:ext>
            </a:extLst>
          </p:cNvPr>
          <p:cNvSpPr/>
          <p:nvPr/>
        </p:nvSpPr>
        <p:spPr>
          <a:xfrm>
            <a:off x="2270084" y="5517030"/>
            <a:ext cx="1384141" cy="842958"/>
          </a:xfrm>
          <a:prstGeom prst="roundRect">
            <a:avLst/>
          </a:prstGeom>
          <a:solidFill>
            <a:srgbClr val="DCEAF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92" name="Rectangle: Rounded Corners 91">
            <a:extLst>
              <a:ext uri="{FF2B5EF4-FFF2-40B4-BE49-F238E27FC236}">
                <a16:creationId xmlns:a16="http://schemas.microsoft.com/office/drawing/2014/main" id="{DF1E7D51-4187-EC12-D60D-95D8FDD24599}"/>
              </a:ext>
            </a:extLst>
          </p:cNvPr>
          <p:cNvSpPr/>
          <p:nvPr/>
        </p:nvSpPr>
        <p:spPr>
          <a:xfrm>
            <a:off x="2546496" y="5588926"/>
            <a:ext cx="1013267" cy="339687"/>
          </a:xfrm>
          <a:custGeom>
            <a:avLst/>
            <a:gdLst>
              <a:gd name="connsiteX0" fmla="*/ 0 w 1013267"/>
              <a:gd name="connsiteY0" fmla="*/ 56616 h 339687"/>
              <a:gd name="connsiteX1" fmla="*/ 56616 w 1013267"/>
              <a:gd name="connsiteY1" fmla="*/ 0 h 339687"/>
              <a:gd name="connsiteX2" fmla="*/ 515634 w 1013267"/>
              <a:gd name="connsiteY2" fmla="*/ 0 h 339687"/>
              <a:gd name="connsiteX3" fmla="*/ 956651 w 1013267"/>
              <a:gd name="connsiteY3" fmla="*/ 0 h 339687"/>
              <a:gd name="connsiteX4" fmla="*/ 1013267 w 1013267"/>
              <a:gd name="connsiteY4" fmla="*/ 56616 h 339687"/>
              <a:gd name="connsiteX5" fmla="*/ 1013267 w 1013267"/>
              <a:gd name="connsiteY5" fmla="*/ 283071 h 339687"/>
              <a:gd name="connsiteX6" fmla="*/ 956651 w 1013267"/>
              <a:gd name="connsiteY6" fmla="*/ 339687 h 339687"/>
              <a:gd name="connsiteX7" fmla="*/ 506634 w 1013267"/>
              <a:gd name="connsiteY7" fmla="*/ 339687 h 339687"/>
              <a:gd name="connsiteX8" fmla="*/ 56616 w 1013267"/>
              <a:gd name="connsiteY8" fmla="*/ 339687 h 339687"/>
              <a:gd name="connsiteX9" fmla="*/ 0 w 1013267"/>
              <a:gd name="connsiteY9" fmla="*/ 283071 h 339687"/>
              <a:gd name="connsiteX10" fmla="*/ 0 w 1013267"/>
              <a:gd name="connsiteY10" fmla="*/ 56616 h 3396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013267" h="339687" fill="none" extrusionOk="0">
                <a:moveTo>
                  <a:pt x="0" y="56616"/>
                </a:moveTo>
                <a:cubicBezTo>
                  <a:pt x="467" y="27258"/>
                  <a:pt x="22489" y="2345"/>
                  <a:pt x="56616" y="0"/>
                </a:cubicBezTo>
                <a:cubicBezTo>
                  <a:pt x="201307" y="-31420"/>
                  <a:pt x="364418" y="52703"/>
                  <a:pt x="515634" y="0"/>
                </a:cubicBezTo>
                <a:cubicBezTo>
                  <a:pt x="666850" y="-52703"/>
                  <a:pt x="784383" y="44399"/>
                  <a:pt x="956651" y="0"/>
                </a:cubicBezTo>
                <a:cubicBezTo>
                  <a:pt x="983129" y="308"/>
                  <a:pt x="1012024" y="31718"/>
                  <a:pt x="1013267" y="56616"/>
                </a:cubicBezTo>
                <a:cubicBezTo>
                  <a:pt x="1039402" y="108747"/>
                  <a:pt x="991553" y="206012"/>
                  <a:pt x="1013267" y="283071"/>
                </a:cubicBezTo>
                <a:cubicBezTo>
                  <a:pt x="1013186" y="319891"/>
                  <a:pt x="987202" y="340712"/>
                  <a:pt x="956651" y="339687"/>
                </a:cubicBezTo>
                <a:cubicBezTo>
                  <a:pt x="862470" y="391834"/>
                  <a:pt x="675445" y="298945"/>
                  <a:pt x="506634" y="339687"/>
                </a:cubicBezTo>
                <a:cubicBezTo>
                  <a:pt x="337823" y="380429"/>
                  <a:pt x="240122" y="317615"/>
                  <a:pt x="56616" y="339687"/>
                </a:cubicBezTo>
                <a:cubicBezTo>
                  <a:pt x="24844" y="334596"/>
                  <a:pt x="8386" y="312625"/>
                  <a:pt x="0" y="283071"/>
                </a:cubicBezTo>
                <a:cubicBezTo>
                  <a:pt x="-14751" y="197304"/>
                  <a:pt x="4419" y="162955"/>
                  <a:pt x="0" y="56616"/>
                </a:cubicBezTo>
                <a:close/>
              </a:path>
              <a:path w="1013267" h="339687" stroke="0" extrusionOk="0">
                <a:moveTo>
                  <a:pt x="0" y="56616"/>
                </a:moveTo>
                <a:cubicBezTo>
                  <a:pt x="-4865" y="23732"/>
                  <a:pt x="26154" y="2322"/>
                  <a:pt x="56616" y="0"/>
                </a:cubicBezTo>
                <a:cubicBezTo>
                  <a:pt x="236294" y="-2526"/>
                  <a:pt x="397761" y="1405"/>
                  <a:pt x="497633" y="0"/>
                </a:cubicBezTo>
                <a:cubicBezTo>
                  <a:pt x="597505" y="-1405"/>
                  <a:pt x="814581" y="16968"/>
                  <a:pt x="956651" y="0"/>
                </a:cubicBezTo>
                <a:cubicBezTo>
                  <a:pt x="985168" y="5010"/>
                  <a:pt x="1010187" y="18541"/>
                  <a:pt x="1013267" y="56616"/>
                </a:cubicBezTo>
                <a:cubicBezTo>
                  <a:pt x="1023924" y="133064"/>
                  <a:pt x="1009098" y="203415"/>
                  <a:pt x="1013267" y="283071"/>
                </a:cubicBezTo>
                <a:cubicBezTo>
                  <a:pt x="1008826" y="312013"/>
                  <a:pt x="986911" y="340481"/>
                  <a:pt x="956651" y="339687"/>
                </a:cubicBezTo>
                <a:cubicBezTo>
                  <a:pt x="817853" y="351589"/>
                  <a:pt x="726547" y="312598"/>
                  <a:pt x="533635" y="339687"/>
                </a:cubicBezTo>
                <a:cubicBezTo>
                  <a:pt x="340723" y="366776"/>
                  <a:pt x="291766" y="306036"/>
                  <a:pt x="56616" y="339687"/>
                </a:cubicBezTo>
                <a:cubicBezTo>
                  <a:pt x="21676" y="334968"/>
                  <a:pt x="-2729" y="315107"/>
                  <a:pt x="0" y="283071"/>
                </a:cubicBezTo>
                <a:cubicBezTo>
                  <a:pt x="-7177" y="232046"/>
                  <a:pt x="13919" y="132116"/>
                  <a:pt x="0" y="56616"/>
                </a:cubicBezTo>
                <a:close/>
              </a:path>
            </a:pathLst>
          </a:custGeom>
          <a:solidFill>
            <a:srgbClr val="D9F2D0"/>
          </a:solidFill>
          <a:ln>
            <a:extLst>
              <a:ext uri="{C807C97D-BFC1-408E-A445-0C87EB9F89A2}">
                <ask:lineSketchStyleProps xmlns:ask="http://schemas.microsoft.com/office/drawing/2018/sketchyshapes" sd="3896661861">
                  <a:prstGeom prst="round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/>
                </a:solidFill>
                <a:latin typeface="Ink Free" panose="03080402000500000000" pitchFamily="66" charset="0"/>
              </a:rPr>
              <a:t>diagnosis</a:t>
            </a:r>
            <a:endParaRPr lang="en-DE" dirty="0">
              <a:solidFill>
                <a:schemeClr val="tx1"/>
              </a:solidFill>
              <a:latin typeface="Ink Free" panose="03080402000500000000" pitchFamily="66" charset="0"/>
            </a:endParaRPr>
          </a:p>
        </p:txBody>
      </p: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6390DD17-3E8D-081F-5102-BD5E703CEADD}"/>
              </a:ext>
            </a:extLst>
          </p:cNvPr>
          <p:cNvCxnSpPr>
            <a:cxnSpLocks/>
          </p:cNvCxnSpPr>
          <p:nvPr/>
        </p:nvCxnSpPr>
        <p:spPr>
          <a:xfrm>
            <a:off x="2517226" y="6153113"/>
            <a:ext cx="898874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" name="Rectangle: Rounded Corners 93">
            <a:extLst>
              <a:ext uri="{FF2B5EF4-FFF2-40B4-BE49-F238E27FC236}">
                <a16:creationId xmlns:a16="http://schemas.microsoft.com/office/drawing/2014/main" id="{6384D978-170E-53C0-54E3-0674FBD638A7}"/>
              </a:ext>
            </a:extLst>
          </p:cNvPr>
          <p:cNvSpPr/>
          <p:nvPr/>
        </p:nvSpPr>
        <p:spPr>
          <a:xfrm>
            <a:off x="2527853" y="5974790"/>
            <a:ext cx="366766" cy="339688"/>
          </a:xfrm>
          <a:custGeom>
            <a:avLst/>
            <a:gdLst>
              <a:gd name="connsiteX0" fmla="*/ 0 w 366766"/>
              <a:gd name="connsiteY0" fmla="*/ 56616 h 339688"/>
              <a:gd name="connsiteX1" fmla="*/ 56616 w 366766"/>
              <a:gd name="connsiteY1" fmla="*/ 0 h 339688"/>
              <a:gd name="connsiteX2" fmla="*/ 310150 w 366766"/>
              <a:gd name="connsiteY2" fmla="*/ 0 h 339688"/>
              <a:gd name="connsiteX3" fmla="*/ 366766 w 366766"/>
              <a:gd name="connsiteY3" fmla="*/ 56616 h 339688"/>
              <a:gd name="connsiteX4" fmla="*/ 366766 w 366766"/>
              <a:gd name="connsiteY4" fmla="*/ 283072 h 339688"/>
              <a:gd name="connsiteX5" fmla="*/ 310150 w 366766"/>
              <a:gd name="connsiteY5" fmla="*/ 339688 h 339688"/>
              <a:gd name="connsiteX6" fmla="*/ 56616 w 366766"/>
              <a:gd name="connsiteY6" fmla="*/ 339688 h 339688"/>
              <a:gd name="connsiteX7" fmla="*/ 0 w 366766"/>
              <a:gd name="connsiteY7" fmla="*/ 283072 h 339688"/>
              <a:gd name="connsiteX8" fmla="*/ 0 w 366766"/>
              <a:gd name="connsiteY8" fmla="*/ 56616 h 3396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66766" h="339688" fill="none" extrusionOk="0">
                <a:moveTo>
                  <a:pt x="0" y="56616"/>
                </a:moveTo>
                <a:cubicBezTo>
                  <a:pt x="7398" y="23935"/>
                  <a:pt x="23991" y="4153"/>
                  <a:pt x="56616" y="0"/>
                </a:cubicBezTo>
                <a:cubicBezTo>
                  <a:pt x="148719" y="-7248"/>
                  <a:pt x="209955" y="8689"/>
                  <a:pt x="310150" y="0"/>
                </a:cubicBezTo>
                <a:cubicBezTo>
                  <a:pt x="336981" y="-2678"/>
                  <a:pt x="370498" y="18208"/>
                  <a:pt x="366766" y="56616"/>
                </a:cubicBezTo>
                <a:cubicBezTo>
                  <a:pt x="382400" y="133641"/>
                  <a:pt x="353063" y="173156"/>
                  <a:pt x="366766" y="283072"/>
                </a:cubicBezTo>
                <a:cubicBezTo>
                  <a:pt x="365812" y="314060"/>
                  <a:pt x="343497" y="342022"/>
                  <a:pt x="310150" y="339688"/>
                </a:cubicBezTo>
                <a:cubicBezTo>
                  <a:pt x="209741" y="364087"/>
                  <a:pt x="170791" y="328905"/>
                  <a:pt x="56616" y="339688"/>
                </a:cubicBezTo>
                <a:cubicBezTo>
                  <a:pt x="29591" y="340651"/>
                  <a:pt x="-440" y="313612"/>
                  <a:pt x="0" y="283072"/>
                </a:cubicBezTo>
                <a:cubicBezTo>
                  <a:pt x="-25707" y="171411"/>
                  <a:pt x="21278" y="120561"/>
                  <a:pt x="0" y="56616"/>
                </a:cubicBezTo>
                <a:close/>
              </a:path>
              <a:path w="366766" h="339688" stroke="0" extrusionOk="0">
                <a:moveTo>
                  <a:pt x="0" y="56616"/>
                </a:moveTo>
                <a:cubicBezTo>
                  <a:pt x="918" y="16607"/>
                  <a:pt x="22765" y="832"/>
                  <a:pt x="56616" y="0"/>
                </a:cubicBezTo>
                <a:cubicBezTo>
                  <a:pt x="176972" y="-20736"/>
                  <a:pt x="248306" y="6335"/>
                  <a:pt x="310150" y="0"/>
                </a:cubicBezTo>
                <a:cubicBezTo>
                  <a:pt x="347282" y="-3793"/>
                  <a:pt x="365774" y="27640"/>
                  <a:pt x="366766" y="56616"/>
                </a:cubicBezTo>
                <a:cubicBezTo>
                  <a:pt x="367262" y="140893"/>
                  <a:pt x="348770" y="174208"/>
                  <a:pt x="366766" y="283072"/>
                </a:cubicBezTo>
                <a:cubicBezTo>
                  <a:pt x="370103" y="313742"/>
                  <a:pt x="341385" y="334974"/>
                  <a:pt x="310150" y="339688"/>
                </a:cubicBezTo>
                <a:cubicBezTo>
                  <a:pt x="209612" y="358937"/>
                  <a:pt x="177924" y="335861"/>
                  <a:pt x="56616" y="339688"/>
                </a:cubicBezTo>
                <a:cubicBezTo>
                  <a:pt x="23671" y="337053"/>
                  <a:pt x="-2731" y="310669"/>
                  <a:pt x="0" y="283072"/>
                </a:cubicBezTo>
                <a:cubicBezTo>
                  <a:pt x="-9030" y="209057"/>
                  <a:pt x="6277" y="145332"/>
                  <a:pt x="0" y="56616"/>
                </a:cubicBezTo>
                <a:close/>
              </a:path>
            </a:pathLst>
          </a:custGeom>
          <a:solidFill>
            <a:schemeClr val="accent4">
              <a:lumMod val="40000"/>
              <a:lumOff val="60000"/>
            </a:schemeClr>
          </a:solidFill>
          <a:ln>
            <a:extLst>
              <a:ext uri="{C807C97D-BFC1-408E-A445-0C87EB9F89A2}">
                <ask:lineSketchStyleProps xmlns:ask="http://schemas.microsoft.com/office/drawing/2018/sketchyshapes" sd="1712354505">
                  <a:prstGeom prst="round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/>
                </a:solidFill>
                <a:latin typeface="Ink Free" panose="03080402000500000000" pitchFamily="66" charset="0"/>
              </a:rPr>
              <a:t>c.1</a:t>
            </a:r>
            <a:endParaRPr lang="en-DE" sz="1100" dirty="0">
              <a:solidFill>
                <a:schemeClr val="tx1"/>
              </a:solidFill>
              <a:latin typeface="Ink Free" panose="03080402000500000000" pitchFamily="66" charset="0"/>
            </a:endParaRPr>
          </a:p>
        </p:txBody>
      </p:sp>
      <p:sp>
        <p:nvSpPr>
          <p:cNvPr id="95" name="Rectangle: Rounded Corners 94">
            <a:extLst>
              <a:ext uri="{FF2B5EF4-FFF2-40B4-BE49-F238E27FC236}">
                <a16:creationId xmlns:a16="http://schemas.microsoft.com/office/drawing/2014/main" id="{2B59B18D-3737-24B2-DC89-CFA70B2600E4}"/>
              </a:ext>
            </a:extLst>
          </p:cNvPr>
          <p:cNvSpPr/>
          <p:nvPr/>
        </p:nvSpPr>
        <p:spPr>
          <a:xfrm>
            <a:off x="3032085" y="5974790"/>
            <a:ext cx="527679" cy="339688"/>
          </a:xfrm>
          <a:custGeom>
            <a:avLst/>
            <a:gdLst>
              <a:gd name="connsiteX0" fmla="*/ 0 w 527679"/>
              <a:gd name="connsiteY0" fmla="*/ 56616 h 339688"/>
              <a:gd name="connsiteX1" fmla="*/ 56616 w 527679"/>
              <a:gd name="connsiteY1" fmla="*/ 0 h 339688"/>
              <a:gd name="connsiteX2" fmla="*/ 471063 w 527679"/>
              <a:gd name="connsiteY2" fmla="*/ 0 h 339688"/>
              <a:gd name="connsiteX3" fmla="*/ 527679 w 527679"/>
              <a:gd name="connsiteY3" fmla="*/ 56616 h 339688"/>
              <a:gd name="connsiteX4" fmla="*/ 527679 w 527679"/>
              <a:gd name="connsiteY4" fmla="*/ 283072 h 339688"/>
              <a:gd name="connsiteX5" fmla="*/ 471063 w 527679"/>
              <a:gd name="connsiteY5" fmla="*/ 339688 h 339688"/>
              <a:gd name="connsiteX6" fmla="*/ 56616 w 527679"/>
              <a:gd name="connsiteY6" fmla="*/ 339688 h 339688"/>
              <a:gd name="connsiteX7" fmla="*/ 0 w 527679"/>
              <a:gd name="connsiteY7" fmla="*/ 283072 h 339688"/>
              <a:gd name="connsiteX8" fmla="*/ 0 w 527679"/>
              <a:gd name="connsiteY8" fmla="*/ 56616 h 3396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27679" h="339688" fill="none" extrusionOk="0">
                <a:moveTo>
                  <a:pt x="0" y="56616"/>
                </a:moveTo>
                <a:cubicBezTo>
                  <a:pt x="7398" y="23935"/>
                  <a:pt x="23991" y="4153"/>
                  <a:pt x="56616" y="0"/>
                </a:cubicBezTo>
                <a:cubicBezTo>
                  <a:pt x="175995" y="-9223"/>
                  <a:pt x="286770" y="47413"/>
                  <a:pt x="471063" y="0"/>
                </a:cubicBezTo>
                <a:cubicBezTo>
                  <a:pt x="497894" y="-2678"/>
                  <a:pt x="531411" y="18208"/>
                  <a:pt x="527679" y="56616"/>
                </a:cubicBezTo>
                <a:cubicBezTo>
                  <a:pt x="543313" y="133641"/>
                  <a:pt x="513976" y="173156"/>
                  <a:pt x="527679" y="283072"/>
                </a:cubicBezTo>
                <a:cubicBezTo>
                  <a:pt x="526725" y="314060"/>
                  <a:pt x="504410" y="342022"/>
                  <a:pt x="471063" y="339688"/>
                </a:cubicBezTo>
                <a:cubicBezTo>
                  <a:pt x="361076" y="386899"/>
                  <a:pt x="220817" y="303013"/>
                  <a:pt x="56616" y="339688"/>
                </a:cubicBezTo>
                <a:cubicBezTo>
                  <a:pt x="29591" y="340651"/>
                  <a:pt x="-440" y="313612"/>
                  <a:pt x="0" y="283072"/>
                </a:cubicBezTo>
                <a:cubicBezTo>
                  <a:pt x="-25707" y="171411"/>
                  <a:pt x="21278" y="120561"/>
                  <a:pt x="0" y="56616"/>
                </a:cubicBezTo>
                <a:close/>
              </a:path>
              <a:path w="527679" h="339688" stroke="0" extrusionOk="0">
                <a:moveTo>
                  <a:pt x="0" y="56616"/>
                </a:moveTo>
                <a:cubicBezTo>
                  <a:pt x="918" y="16607"/>
                  <a:pt x="22765" y="832"/>
                  <a:pt x="56616" y="0"/>
                </a:cubicBezTo>
                <a:cubicBezTo>
                  <a:pt x="195148" y="-45523"/>
                  <a:pt x="284360" y="45509"/>
                  <a:pt x="471063" y="0"/>
                </a:cubicBezTo>
                <a:cubicBezTo>
                  <a:pt x="508195" y="-3793"/>
                  <a:pt x="526687" y="27640"/>
                  <a:pt x="527679" y="56616"/>
                </a:cubicBezTo>
                <a:cubicBezTo>
                  <a:pt x="528175" y="140893"/>
                  <a:pt x="509683" y="174208"/>
                  <a:pt x="527679" y="283072"/>
                </a:cubicBezTo>
                <a:cubicBezTo>
                  <a:pt x="531016" y="313742"/>
                  <a:pt x="502298" y="334974"/>
                  <a:pt x="471063" y="339688"/>
                </a:cubicBezTo>
                <a:cubicBezTo>
                  <a:pt x="341522" y="367193"/>
                  <a:pt x="258597" y="331324"/>
                  <a:pt x="56616" y="339688"/>
                </a:cubicBezTo>
                <a:cubicBezTo>
                  <a:pt x="23671" y="337053"/>
                  <a:pt x="-2731" y="310669"/>
                  <a:pt x="0" y="283072"/>
                </a:cubicBezTo>
                <a:cubicBezTo>
                  <a:pt x="-9030" y="209057"/>
                  <a:pt x="6277" y="145332"/>
                  <a:pt x="0" y="56616"/>
                </a:cubicBezTo>
                <a:close/>
              </a:path>
            </a:pathLst>
          </a:custGeom>
          <a:solidFill>
            <a:schemeClr val="accent4">
              <a:lumMod val="40000"/>
              <a:lumOff val="60000"/>
            </a:schemeClr>
          </a:solidFill>
          <a:ln>
            <a:extLst>
              <a:ext uri="{C807C97D-BFC1-408E-A445-0C87EB9F89A2}">
                <ask:lineSketchStyleProps xmlns:ask="http://schemas.microsoft.com/office/drawing/2018/sketchyshapes" sd="1712354505">
                  <a:prstGeom prst="round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Ink Free" panose="03080402000500000000" pitchFamily="66" charset="0"/>
              </a:rPr>
              <a:t>c.30</a:t>
            </a:r>
            <a:endParaRPr lang="en-DE" sz="1200" dirty="0">
              <a:solidFill>
                <a:schemeClr val="tx1"/>
              </a:solidFill>
              <a:latin typeface="Ink Free" panose="03080402000500000000" pitchFamily="66" charset="0"/>
            </a:endParaRPr>
          </a:p>
        </p:txBody>
      </p:sp>
      <p:pic>
        <p:nvPicPr>
          <p:cNvPr id="96" name="Picture 95" descr="A cartoon of a person&#10;&#10;Description automatically generated">
            <a:extLst>
              <a:ext uri="{FF2B5EF4-FFF2-40B4-BE49-F238E27FC236}">
                <a16:creationId xmlns:a16="http://schemas.microsoft.com/office/drawing/2014/main" id="{3C0AB786-932C-AF21-0906-54F81FC4190E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027" t="1" r="18526" b="3353"/>
          <a:stretch/>
        </p:blipFill>
        <p:spPr>
          <a:xfrm>
            <a:off x="2301538" y="4826489"/>
            <a:ext cx="194166" cy="28241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</p:pic>
      <p:pic>
        <p:nvPicPr>
          <p:cNvPr id="97" name="Picture 96" descr="A cartoon of a person&#10;&#10;Description automatically generated">
            <a:extLst>
              <a:ext uri="{FF2B5EF4-FFF2-40B4-BE49-F238E27FC236}">
                <a16:creationId xmlns:a16="http://schemas.microsoft.com/office/drawing/2014/main" id="{85DC6C06-0B8C-359E-78B6-C52C3FFB0BE0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027" t="1" r="18526" b="3353"/>
          <a:stretch/>
        </p:blipFill>
        <p:spPr>
          <a:xfrm>
            <a:off x="2306487" y="5823143"/>
            <a:ext cx="194166" cy="28241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</p:pic>
      <p:sp>
        <p:nvSpPr>
          <p:cNvPr id="98" name="Rectangle: Rounded Corners 97">
            <a:extLst>
              <a:ext uri="{FF2B5EF4-FFF2-40B4-BE49-F238E27FC236}">
                <a16:creationId xmlns:a16="http://schemas.microsoft.com/office/drawing/2014/main" id="{99635E5F-33DF-421A-288C-2A1B662C0B9D}"/>
              </a:ext>
            </a:extLst>
          </p:cNvPr>
          <p:cNvSpPr/>
          <p:nvPr/>
        </p:nvSpPr>
        <p:spPr>
          <a:xfrm>
            <a:off x="3957543" y="4529428"/>
            <a:ext cx="1384141" cy="842958"/>
          </a:xfrm>
          <a:prstGeom prst="roundRect">
            <a:avLst/>
          </a:prstGeom>
          <a:solidFill>
            <a:srgbClr val="DCEAF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99" name="Rectangle: Rounded Corners 98">
            <a:extLst>
              <a:ext uri="{FF2B5EF4-FFF2-40B4-BE49-F238E27FC236}">
                <a16:creationId xmlns:a16="http://schemas.microsoft.com/office/drawing/2014/main" id="{08B8E0D6-F4C3-F8B3-B04B-AF7116BCFE2E}"/>
              </a:ext>
            </a:extLst>
          </p:cNvPr>
          <p:cNvSpPr/>
          <p:nvPr/>
        </p:nvSpPr>
        <p:spPr>
          <a:xfrm>
            <a:off x="4233955" y="4601324"/>
            <a:ext cx="1013267" cy="339687"/>
          </a:xfrm>
          <a:custGeom>
            <a:avLst/>
            <a:gdLst>
              <a:gd name="connsiteX0" fmla="*/ 0 w 1013267"/>
              <a:gd name="connsiteY0" fmla="*/ 56616 h 339687"/>
              <a:gd name="connsiteX1" fmla="*/ 56616 w 1013267"/>
              <a:gd name="connsiteY1" fmla="*/ 0 h 339687"/>
              <a:gd name="connsiteX2" fmla="*/ 515634 w 1013267"/>
              <a:gd name="connsiteY2" fmla="*/ 0 h 339687"/>
              <a:gd name="connsiteX3" fmla="*/ 956651 w 1013267"/>
              <a:gd name="connsiteY3" fmla="*/ 0 h 339687"/>
              <a:gd name="connsiteX4" fmla="*/ 1013267 w 1013267"/>
              <a:gd name="connsiteY4" fmla="*/ 56616 h 339687"/>
              <a:gd name="connsiteX5" fmla="*/ 1013267 w 1013267"/>
              <a:gd name="connsiteY5" fmla="*/ 283071 h 339687"/>
              <a:gd name="connsiteX6" fmla="*/ 956651 w 1013267"/>
              <a:gd name="connsiteY6" fmla="*/ 339687 h 339687"/>
              <a:gd name="connsiteX7" fmla="*/ 506634 w 1013267"/>
              <a:gd name="connsiteY7" fmla="*/ 339687 h 339687"/>
              <a:gd name="connsiteX8" fmla="*/ 56616 w 1013267"/>
              <a:gd name="connsiteY8" fmla="*/ 339687 h 339687"/>
              <a:gd name="connsiteX9" fmla="*/ 0 w 1013267"/>
              <a:gd name="connsiteY9" fmla="*/ 283071 h 339687"/>
              <a:gd name="connsiteX10" fmla="*/ 0 w 1013267"/>
              <a:gd name="connsiteY10" fmla="*/ 56616 h 3396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013267" h="339687" fill="none" extrusionOk="0">
                <a:moveTo>
                  <a:pt x="0" y="56616"/>
                </a:moveTo>
                <a:cubicBezTo>
                  <a:pt x="467" y="27258"/>
                  <a:pt x="22489" y="2345"/>
                  <a:pt x="56616" y="0"/>
                </a:cubicBezTo>
                <a:cubicBezTo>
                  <a:pt x="201307" y="-31420"/>
                  <a:pt x="364418" y="52703"/>
                  <a:pt x="515634" y="0"/>
                </a:cubicBezTo>
                <a:cubicBezTo>
                  <a:pt x="666850" y="-52703"/>
                  <a:pt x="784383" y="44399"/>
                  <a:pt x="956651" y="0"/>
                </a:cubicBezTo>
                <a:cubicBezTo>
                  <a:pt x="983129" y="308"/>
                  <a:pt x="1012024" y="31718"/>
                  <a:pt x="1013267" y="56616"/>
                </a:cubicBezTo>
                <a:cubicBezTo>
                  <a:pt x="1039402" y="108747"/>
                  <a:pt x="991553" y="206012"/>
                  <a:pt x="1013267" y="283071"/>
                </a:cubicBezTo>
                <a:cubicBezTo>
                  <a:pt x="1013186" y="319891"/>
                  <a:pt x="987202" y="340712"/>
                  <a:pt x="956651" y="339687"/>
                </a:cubicBezTo>
                <a:cubicBezTo>
                  <a:pt x="862470" y="391834"/>
                  <a:pt x="675445" y="298945"/>
                  <a:pt x="506634" y="339687"/>
                </a:cubicBezTo>
                <a:cubicBezTo>
                  <a:pt x="337823" y="380429"/>
                  <a:pt x="240122" y="317615"/>
                  <a:pt x="56616" y="339687"/>
                </a:cubicBezTo>
                <a:cubicBezTo>
                  <a:pt x="24844" y="334596"/>
                  <a:pt x="8386" y="312625"/>
                  <a:pt x="0" y="283071"/>
                </a:cubicBezTo>
                <a:cubicBezTo>
                  <a:pt x="-14751" y="197304"/>
                  <a:pt x="4419" y="162955"/>
                  <a:pt x="0" y="56616"/>
                </a:cubicBezTo>
                <a:close/>
              </a:path>
              <a:path w="1013267" h="339687" stroke="0" extrusionOk="0">
                <a:moveTo>
                  <a:pt x="0" y="56616"/>
                </a:moveTo>
                <a:cubicBezTo>
                  <a:pt x="-4865" y="23732"/>
                  <a:pt x="26154" y="2322"/>
                  <a:pt x="56616" y="0"/>
                </a:cubicBezTo>
                <a:cubicBezTo>
                  <a:pt x="236294" y="-2526"/>
                  <a:pt x="397761" y="1405"/>
                  <a:pt x="497633" y="0"/>
                </a:cubicBezTo>
                <a:cubicBezTo>
                  <a:pt x="597505" y="-1405"/>
                  <a:pt x="814581" y="16968"/>
                  <a:pt x="956651" y="0"/>
                </a:cubicBezTo>
                <a:cubicBezTo>
                  <a:pt x="985168" y="5010"/>
                  <a:pt x="1010187" y="18541"/>
                  <a:pt x="1013267" y="56616"/>
                </a:cubicBezTo>
                <a:cubicBezTo>
                  <a:pt x="1023924" y="133064"/>
                  <a:pt x="1009098" y="203415"/>
                  <a:pt x="1013267" y="283071"/>
                </a:cubicBezTo>
                <a:cubicBezTo>
                  <a:pt x="1008826" y="312013"/>
                  <a:pt x="986911" y="340481"/>
                  <a:pt x="956651" y="339687"/>
                </a:cubicBezTo>
                <a:cubicBezTo>
                  <a:pt x="817853" y="351589"/>
                  <a:pt x="726547" y="312598"/>
                  <a:pt x="533635" y="339687"/>
                </a:cubicBezTo>
                <a:cubicBezTo>
                  <a:pt x="340723" y="366776"/>
                  <a:pt x="291766" y="306036"/>
                  <a:pt x="56616" y="339687"/>
                </a:cubicBezTo>
                <a:cubicBezTo>
                  <a:pt x="21676" y="334968"/>
                  <a:pt x="-2729" y="315107"/>
                  <a:pt x="0" y="283071"/>
                </a:cubicBezTo>
                <a:cubicBezTo>
                  <a:pt x="-7177" y="232046"/>
                  <a:pt x="13919" y="132116"/>
                  <a:pt x="0" y="56616"/>
                </a:cubicBezTo>
                <a:close/>
              </a:path>
            </a:pathLst>
          </a:custGeom>
          <a:solidFill>
            <a:srgbClr val="D9F2D0"/>
          </a:solidFill>
          <a:ln>
            <a:extLst>
              <a:ext uri="{C807C97D-BFC1-408E-A445-0C87EB9F89A2}">
                <ask:lineSketchStyleProps xmlns:ask="http://schemas.microsoft.com/office/drawing/2018/sketchyshapes" sd="3896661861">
                  <a:prstGeom prst="round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/>
                </a:solidFill>
                <a:latin typeface="Ink Free" panose="03080402000500000000" pitchFamily="66" charset="0"/>
              </a:rPr>
              <a:t>diagnosis</a:t>
            </a:r>
            <a:endParaRPr lang="en-DE" dirty="0">
              <a:solidFill>
                <a:schemeClr val="tx1"/>
              </a:solidFill>
              <a:latin typeface="Ink Free" panose="03080402000500000000" pitchFamily="66" charset="0"/>
            </a:endParaRPr>
          </a:p>
        </p:txBody>
      </p: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73646EA1-CB45-F0C2-E94C-6000063329A2}"/>
              </a:ext>
            </a:extLst>
          </p:cNvPr>
          <p:cNvCxnSpPr>
            <a:cxnSpLocks/>
          </p:cNvCxnSpPr>
          <p:nvPr/>
        </p:nvCxnSpPr>
        <p:spPr>
          <a:xfrm>
            <a:off x="4204685" y="5165511"/>
            <a:ext cx="898874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1" name="Rectangle: Rounded Corners 100">
            <a:extLst>
              <a:ext uri="{FF2B5EF4-FFF2-40B4-BE49-F238E27FC236}">
                <a16:creationId xmlns:a16="http://schemas.microsoft.com/office/drawing/2014/main" id="{B9360602-E522-8A94-FF3E-991689C90C39}"/>
              </a:ext>
            </a:extLst>
          </p:cNvPr>
          <p:cNvSpPr/>
          <p:nvPr/>
        </p:nvSpPr>
        <p:spPr>
          <a:xfrm>
            <a:off x="4215312" y="4987188"/>
            <a:ext cx="366766" cy="339688"/>
          </a:xfrm>
          <a:custGeom>
            <a:avLst/>
            <a:gdLst>
              <a:gd name="connsiteX0" fmla="*/ 0 w 366766"/>
              <a:gd name="connsiteY0" fmla="*/ 56616 h 339688"/>
              <a:gd name="connsiteX1" fmla="*/ 56616 w 366766"/>
              <a:gd name="connsiteY1" fmla="*/ 0 h 339688"/>
              <a:gd name="connsiteX2" fmla="*/ 310150 w 366766"/>
              <a:gd name="connsiteY2" fmla="*/ 0 h 339688"/>
              <a:gd name="connsiteX3" fmla="*/ 366766 w 366766"/>
              <a:gd name="connsiteY3" fmla="*/ 56616 h 339688"/>
              <a:gd name="connsiteX4" fmla="*/ 366766 w 366766"/>
              <a:gd name="connsiteY4" fmla="*/ 283072 h 339688"/>
              <a:gd name="connsiteX5" fmla="*/ 310150 w 366766"/>
              <a:gd name="connsiteY5" fmla="*/ 339688 h 339688"/>
              <a:gd name="connsiteX6" fmla="*/ 56616 w 366766"/>
              <a:gd name="connsiteY6" fmla="*/ 339688 h 339688"/>
              <a:gd name="connsiteX7" fmla="*/ 0 w 366766"/>
              <a:gd name="connsiteY7" fmla="*/ 283072 h 339688"/>
              <a:gd name="connsiteX8" fmla="*/ 0 w 366766"/>
              <a:gd name="connsiteY8" fmla="*/ 56616 h 3396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66766" h="339688" fill="none" extrusionOk="0">
                <a:moveTo>
                  <a:pt x="0" y="56616"/>
                </a:moveTo>
                <a:cubicBezTo>
                  <a:pt x="7398" y="23935"/>
                  <a:pt x="23991" y="4153"/>
                  <a:pt x="56616" y="0"/>
                </a:cubicBezTo>
                <a:cubicBezTo>
                  <a:pt x="148719" y="-7248"/>
                  <a:pt x="209955" y="8689"/>
                  <a:pt x="310150" y="0"/>
                </a:cubicBezTo>
                <a:cubicBezTo>
                  <a:pt x="336981" y="-2678"/>
                  <a:pt x="370498" y="18208"/>
                  <a:pt x="366766" y="56616"/>
                </a:cubicBezTo>
                <a:cubicBezTo>
                  <a:pt x="382400" y="133641"/>
                  <a:pt x="353063" y="173156"/>
                  <a:pt x="366766" y="283072"/>
                </a:cubicBezTo>
                <a:cubicBezTo>
                  <a:pt x="365812" y="314060"/>
                  <a:pt x="343497" y="342022"/>
                  <a:pt x="310150" y="339688"/>
                </a:cubicBezTo>
                <a:cubicBezTo>
                  <a:pt x="209741" y="364087"/>
                  <a:pt x="170791" y="328905"/>
                  <a:pt x="56616" y="339688"/>
                </a:cubicBezTo>
                <a:cubicBezTo>
                  <a:pt x="29591" y="340651"/>
                  <a:pt x="-440" y="313612"/>
                  <a:pt x="0" y="283072"/>
                </a:cubicBezTo>
                <a:cubicBezTo>
                  <a:pt x="-25707" y="171411"/>
                  <a:pt x="21278" y="120561"/>
                  <a:pt x="0" y="56616"/>
                </a:cubicBezTo>
                <a:close/>
              </a:path>
              <a:path w="366766" h="339688" stroke="0" extrusionOk="0">
                <a:moveTo>
                  <a:pt x="0" y="56616"/>
                </a:moveTo>
                <a:cubicBezTo>
                  <a:pt x="918" y="16607"/>
                  <a:pt x="22765" y="832"/>
                  <a:pt x="56616" y="0"/>
                </a:cubicBezTo>
                <a:cubicBezTo>
                  <a:pt x="176972" y="-20736"/>
                  <a:pt x="248306" y="6335"/>
                  <a:pt x="310150" y="0"/>
                </a:cubicBezTo>
                <a:cubicBezTo>
                  <a:pt x="347282" y="-3793"/>
                  <a:pt x="365774" y="27640"/>
                  <a:pt x="366766" y="56616"/>
                </a:cubicBezTo>
                <a:cubicBezTo>
                  <a:pt x="367262" y="140893"/>
                  <a:pt x="348770" y="174208"/>
                  <a:pt x="366766" y="283072"/>
                </a:cubicBezTo>
                <a:cubicBezTo>
                  <a:pt x="370103" y="313742"/>
                  <a:pt x="341385" y="334974"/>
                  <a:pt x="310150" y="339688"/>
                </a:cubicBezTo>
                <a:cubicBezTo>
                  <a:pt x="209612" y="358937"/>
                  <a:pt x="177924" y="335861"/>
                  <a:pt x="56616" y="339688"/>
                </a:cubicBezTo>
                <a:cubicBezTo>
                  <a:pt x="23671" y="337053"/>
                  <a:pt x="-2731" y="310669"/>
                  <a:pt x="0" y="283072"/>
                </a:cubicBezTo>
                <a:cubicBezTo>
                  <a:pt x="-9030" y="209057"/>
                  <a:pt x="6277" y="145332"/>
                  <a:pt x="0" y="56616"/>
                </a:cubicBezTo>
                <a:close/>
              </a:path>
            </a:pathLst>
          </a:custGeom>
          <a:solidFill>
            <a:schemeClr val="accent4">
              <a:lumMod val="40000"/>
              <a:lumOff val="60000"/>
            </a:schemeClr>
          </a:solidFill>
          <a:ln>
            <a:extLst>
              <a:ext uri="{C807C97D-BFC1-408E-A445-0C87EB9F89A2}">
                <ask:lineSketchStyleProps xmlns:ask="http://schemas.microsoft.com/office/drawing/2018/sketchyshapes" sd="1712354505">
                  <a:prstGeom prst="round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/>
                </a:solidFill>
                <a:latin typeface="Ink Free" panose="03080402000500000000" pitchFamily="66" charset="0"/>
              </a:rPr>
              <a:t>c.1</a:t>
            </a:r>
            <a:endParaRPr lang="en-DE" sz="1100" dirty="0">
              <a:solidFill>
                <a:schemeClr val="tx1"/>
              </a:solidFill>
              <a:latin typeface="Ink Free" panose="03080402000500000000" pitchFamily="66" charset="0"/>
            </a:endParaRPr>
          </a:p>
        </p:txBody>
      </p:sp>
      <p:sp>
        <p:nvSpPr>
          <p:cNvPr id="102" name="Rectangle: Rounded Corners 101">
            <a:extLst>
              <a:ext uri="{FF2B5EF4-FFF2-40B4-BE49-F238E27FC236}">
                <a16:creationId xmlns:a16="http://schemas.microsoft.com/office/drawing/2014/main" id="{BC9667BA-B3CB-549F-8DE5-2F387AD8C497}"/>
              </a:ext>
            </a:extLst>
          </p:cNvPr>
          <p:cNvSpPr/>
          <p:nvPr/>
        </p:nvSpPr>
        <p:spPr>
          <a:xfrm>
            <a:off x="4719544" y="4987188"/>
            <a:ext cx="527679" cy="339688"/>
          </a:xfrm>
          <a:custGeom>
            <a:avLst/>
            <a:gdLst>
              <a:gd name="connsiteX0" fmla="*/ 0 w 527679"/>
              <a:gd name="connsiteY0" fmla="*/ 56616 h 339688"/>
              <a:gd name="connsiteX1" fmla="*/ 56616 w 527679"/>
              <a:gd name="connsiteY1" fmla="*/ 0 h 339688"/>
              <a:gd name="connsiteX2" fmla="*/ 471063 w 527679"/>
              <a:gd name="connsiteY2" fmla="*/ 0 h 339688"/>
              <a:gd name="connsiteX3" fmla="*/ 527679 w 527679"/>
              <a:gd name="connsiteY3" fmla="*/ 56616 h 339688"/>
              <a:gd name="connsiteX4" fmla="*/ 527679 w 527679"/>
              <a:gd name="connsiteY4" fmla="*/ 283072 h 339688"/>
              <a:gd name="connsiteX5" fmla="*/ 471063 w 527679"/>
              <a:gd name="connsiteY5" fmla="*/ 339688 h 339688"/>
              <a:gd name="connsiteX6" fmla="*/ 56616 w 527679"/>
              <a:gd name="connsiteY6" fmla="*/ 339688 h 339688"/>
              <a:gd name="connsiteX7" fmla="*/ 0 w 527679"/>
              <a:gd name="connsiteY7" fmla="*/ 283072 h 339688"/>
              <a:gd name="connsiteX8" fmla="*/ 0 w 527679"/>
              <a:gd name="connsiteY8" fmla="*/ 56616 h 3396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27679" h="339688" fill="none" extrusionOk="0">
                <a:moveTo>
                  <a:pt x="0" y="56616"/>
                </a:moveTo>
                <a:cubicBezTo>
                  <a:pt x="7398" y="23935"/>
                  <a:pt x="23991" y="4153"/>
                  <a:pt x="56616" y="0"/>
                </a:cubicBezTo>
                <a:cubicBezTo>
                  <a:pt x="175995" y="-9223"/>
                  <a:pt x="286770" y="47413"/>
                  <a:pt x="471063" y="0"/>
                </a:cubicBezTo>
                <a:cubicBezTo>
                  <a:pt x="497894" y="-2678"/>
                  <a:pt x="531411" y="18208"/>
                  <a:pt x="527679" y="56616"/>
                </a:cubicBezTo>
                <a:cubicBezTo>
                  <a:pt x="543313" y="133641"/>
                  <a:pt x="513976" y="173156"/>
                  <a:pt x="527679" y="283072"/>
                </a:cubicBezTo>
                <a:cubicBezTo>
                  <a:pt x="526725" y="314060"/>
                  <a:pt x="504410" y="342022"/>
                  <a:pt x="471063" y="339688"/>
                </a:cubicBezTo>
                <a:cubicBezTo>
                  <a:pt x="361076" y="386899"/>
                  <a:pt x="220817" y="303013"/>
                  <a:pt x="56616" y="339688"/>
                </a:cubicBezTo>
                <a:cubicBezTo>
                  <a:pt x="29591" y="340651"/>
                  <a:pt x="-440" y="313612"/>
                  <a:pt x="0" y="283072"/>
                </a:cubicBezTo>
                <a:cubicBezTo>
                  <a:pt x="-25707" y="171411"/>
                  <a:pt x="21278" y="120561"/>
                  <a:pt x="0" y="56616"/>
                </a:cubicBezTo>
                <a:close/>
              </a:path>
              <a:path w="527679" h="339688" stroke="0" extrusionOk="0">
                <a:moveTo>
                  <a:pt x="0" y="56616"/>
                </a:moveTo>
                <a:cubicBezTo>
                  <a:pt x="918" y="16607"/>
                  <a:pt x="22765" y="832"/>
                  <a:pt x="56616" y="0"/>
                </a:cubicBezTo>
                <a:cubicBezTo>
                  <a:pt x="195148" y="-45523"/>
                  <a:pt x="284360" y="45509"/>
                  <a:pt x="471063" y="0"/>
                </a:cubicBezTo>
                <a:cubicBezTo>
                  <a:pt x="508195" y="-3793"/>
                  <a:pt x="526687" y="27640"/>
                  <a:pt x="527679" y="56616"/>
                </a:cubicBezTo>
                <a:cubicBezTo>
                  <a:pt x="528175" y="140893"/>
                  <a:pt x="509683" y="174208"/>
                  <a:pt x="527679" y="283072"/>
                </a:cubicBezTo>
                <a:cubicBezTo>
                  <a:pt x="531016" y="313742"/>
                  <a:pt x="502298" y="334974"/>
                  <a:pt x="471063" y="339688"/>
                </a:cubicBezTo>
                <a:cubicBezTo>
                  <a:pt x="341522" y="367193"/>
                  <a:pt x="258597" y="331324"/>
                  <a:pt x="56616" y="339688"/>
                </a:cubicBezTo>
                <a:cubicBezTo>
                  <a:pt x="23671" y="337053"/>
                  <a:pt x="-2731" y="310669"/>
                  <a:pt x="0" y="283072"/>
                </a:cubicBezTo>
                <a:cubicBezTo>
                  <a:pt x="-9030" y="209057"/>
                  <a:pt x="6277" y="145332"/>
                  <a:pt x="0" y="56616"/>
                </a:cubicBezTo>
                <a:close/>
              </a:path>
            </a:pathLst>
          </a:custGeom>
          <a:solidFill>
            <a:schemeClr val="accent4">
              <a:lumMod val="40000"/>
              <a:lumOff val="60000"/>
            </a:schemeClr>
          </a:solidFill>
          <a:ln>
            <a:extLst>
              <a:ext uri="{C807C97D-BFC1-408E-A445-0C87EB9F89A2}">
                <ask:lineSketchStyleProps xmlns:ask="http://schemas.microsoft.com/office/drawing/2018/sketchyshapes" sd="1712354505">
                  <a:prstGeom prst="round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Ink Free" panose="03080402000500000000" pitchFamily="66" charset="0"/>
              </a:rPr>
              <a:t>c.30</a:t>
            </a:r>
            <a:endParaRPr lang="en-DE" sz="1200" dirty="0">
              <a:solidFill>
                <a:schemeClr val="tx1"/>
              </a:solidFill>
              <a:latin typeface="Ink Free" panose="03080402000500000000" pitchFamily="66" charset="0"/>
            </a:endParaRPr>
          </a:p>
        </p:txBody>
      </p:sp>
      <p:sp>
        <p:nvSpPr>
          <p:cNvPr id="103" name="Rectangle: Rounded Corners 102">
            <a:extLst>
              <a:ext uri="{FF2B5EF4-FFF2-40B4-BE49-F238E27FC236}">
                <a16:creationId xmlns:a16="http://schemas.microsoft.com/office/drawing/2014/main" id="{5B02E29C-F0F4-EBB9-B3AA-25178F9FC7FB}"/>
              </a:ext>
            </a:extLst>
          </p:cNvPr>
          <p:cNvSpPr/>
          <p:nvPr/>
        </p:nvSpPr>
        <p:spPr>
          <a:xfrm>
            <a:off x="3961346" y="5509350"/>
            <a:ext cx="1384141" cy="842958"/>
          </a:xfrm>
          <a:prstGeom prst="roundRect">
            <a:avLst/>
          </a:prstGeom>
          <a:solidFill>
            <a:srgbClr val="DCEAF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104" name="Rectangle: Rounded Corners 103">
            <a:extLst>
              <a:ext uri="{FF2B5EF4-FFF2-40B4-BE49-F238E27FC236}">
                <a16:creationId xmlns:a16="http://schemas.microsoft.com/office/drawing/2014/main" id="{CD8B1ECB-E563-16D0-EBBB-E493711F9D22}"/>
              </a:ext>
            </a:extLst>
          </p:cNvPr>
          <p:cNvSpPr/>
          <p:nvPr/>
        </p:nvSpPr>
        <p:spPr>
          <a:xfrm>
            <a:off x="4237758" y="5581246"/>
            <a:ext cx="1013267" cy="339687"/>
          </a:xfrm>
          <a:custGeom>
            <a:avLst/>
            <a:gdLst>
              <a:gd name="connsiteX0" fmla="*/ 0 w 1013267"/>
              <a:gd name="connsiteY0" fmla="*/ 56616 h 339687"/>
              <a:gd name="connsiteX1" fmla="*/ 56616 w 1013267"/>
              <a:gd name="connsiteY1" fmla="*/ 0 h 339687"/>
              <a:gd name="connsiteX2" fmla="*/ 515634 w 1013267"/>
              <a:gd name="connsiteY2" fmla="*/ 0 h 339687"/>
              <a:gd name="connsiteX3" fmla="*/ 956651 w 1013267"/>
              <a:gd name="connsiteY3" fmla="*/ 0 h 339687"/>
              <a:gd name="connsiteX4" fmla="*/ 1013267 w 1013267"/>
              <a:gd name="connsiteY4" fmla="*/ 56616 h 339687"/>
              <a:gd name="connsiteX5" fmla="*/ 1013267 w 1013267"/>
              <a:gd name="connsiteY5" fmla="*/ 283071 h 339687"/>
              <a:gd name="connsiteX6" fmla="*/ 956651 w 1013267"/>
              <a:gd name="connsiteY6" fmla="*/ 339687 h 339687"/>
              <a:gd name="connsiteX7" fmla="*/ 506634 w 1013267"/>
              <a:gd name="connsiteY7" fmla="*/ 339687 h 339687"/>
              <a:gd name="connsiteX8" fmla="*/ 56616 w 1013267"/>
              <a:gd name="connsiteY8" fmla="*/ 339687 h 339687"/>
              <a:gd name="connsiteX9" fmla="*/ 0 w 1013267"/>
              <a:gd name="connsiteY9" fmla="*/ 283071 h 339687"/>
              <a:gd name="connsiteX10" fmla="*/ 0 w 1013267"/>
              <a:gd name="connsiteY10" fmla="*/ 56616 h 3396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013267" h="339687" fill="none" extrusionOk="0">
                <a:moveTo>
                  <a:pt x="0" y="56616"/>
                </a:moveTo>
                <a:cubicBezTo>
                  <a:pt x="467" y="27258"/>
                  <a:pt x="22489" y="2345"/>
                  <a:pt x="56616" y="0"/>
                </a:cubicBezTo>
                <a:cubicBezTo>
                  <a:pt x="201307" y="-31420"/>
                  <a:pt x="364418" y="52703"/>
                  <a:pt x="515634" y="0"/>
                </a:cubicBezTo>
                <a:cubicBezTo>
                  <a:pt x="666850" y="-52703"/>
                  <a:pt x="784383" y="44399"/>
                  <a:pt x="956651" y="0"/>
                </a:cubicBezTo>
                <a:cubicBezTo>
                  <a:pt x="983129" y="308"/>
                  <a:pt x="1012024" y="31718"/>
                  <a:pt x="1013267" y="56616"/>
                </a:cubicBezTo>
                <a:cubicBezTo>
                  <a:pt x="1039402" y="108747"/>
                  <a:pt x="991553" y="206012"/>
                  <a:pt x="1013267" y="283071"/>
                </a:cubicBezTo>
                <a:cubicBezTo>
                  <a:pt x="1013186" y="319891"/>
                  <a:pt x="987202" y="340712"/>
                  <a:pt x="956651" y="339687"/>
                </a:cubicBezTo>
                <a:cubicBezTo>
                  <a:pt x="862470" y="391834"/>
                  <a:pt x="675445" y="298945"/>
                  <a:pt x="506634" y="339687"/>
                </a:cubicBezTo>
                <a:cubicBezTo>
                  <a:pt x="337823" y="380429"/>
                  <a:pt x="240122" y="317615"/>
                  <a:pt x="56616" y="339687"/>
                </a:cubicBezTo>
                <a:cubicBezTo>
                  <a:pt x="24844" y="334596"/>
                  <a:pt x="8386" y="312625"/>
                  <a:pt x="0" y="283071"/>
                </a:cubicBezTo>
                <a:cubicBezTo>
                  <a:pt x="-14751" y="197304"/>
                  <a:pt x="4419" y="162955"/>
                  <a:pt x="0" y="56616"/>
                </a:cubicBezTo>
                <a:close/>
              </a:path>
              <a:path w="1013267" h="339687" stroke="0" extrusionOk="0">
                <a:moveTo>
                  <a:pt x="0" y="56616"/>
                </a:moveTo>
                <a:cubicBezTo>
                  <a:pt x="-4865" y="23732"/>
                  <a:pt x="26154" y="2322"/>
                  <a:pt x="56616" y="0"/>
                </a:cubicBezTo>
                <a:cubicBezTo>
                  <a:pt x="236294" y="-2526"/>
                  <a:pt x="397761" y="1405"/>
                  <a:pt x="497633" y="0"/>
                </a:cubicBezTo>
                <a:cubicBezTo>
                  <a:pt x="597505" y="-1405"/>
                  <a:pt x="814581" y="16968"/>
                  <a:pt x="956651" y="0"/>
                </a:cubicBezTo>
                <a:cubicBezTo>
                  <a:pt x="985168" y="5010"/>
                  <a:pt x="1010187" y="18541"/>
                  <a:pt x="1013267" y="56616"/>
                </a:cubicBezTo>
                <a:cubicBezTo>
                  <a:pt x="1023924" y="133064"/>
                  <a:pt x="1009098" y="203415"/>
                  <a:pt x="1013267" y="283071"/>
                </a:cubicBezTo>
                <a:cubicBezTo>
                  <a:pt x="1008826" y="312013"/>
                  <a:pt x="986911" y="340481"/>
                  <a:pt x="956651" y="339687"/>
                </a:cubicBezTo>
                <a:cubicBezTo>
                  <a:pt x="817853" y="351589"/>
                  <a:pt x="726547" y="312598"/>
                  <a:pt x="533635" y="339687"/>
                </a:cubicBezTo>
                <a:cubicBezTo>
                  <a:pt x="340723" y="366776"/>
                  <a:pt x="291766" y="306036"/>
                  <a:pt x="56616" y="339687"/>
                </a:cubicBezTo>
                <a:cubicBezTo>
                  <a:pt x="21676" y="334968"/>
                  <a:pt x="-2729" y="315107"/>
                  <a:pt x="0" y="283071"/>
                </a:cubicBezTo>
                <a:cubicBezTo>
                  <a:pt x="-7177" y="232046"/>
                  <a:pt x="13919" y="132116"/>
                  <a:pt x="0" y="56616"/>
                </a:cubicBezTo>
                <a:close/>
              </a:path>
            </a:pathLst>
          </a:custGeom>
          <a:solidFill>
            <a:srgbClr val="D9F2D0"/>
          </a:solidFill>
          <a:ln>
            <a:extLst>
              <a:ext uri="{C807C97D-BFC1-408E-A445-0C87EB9F89A2}">
                <ask:lineSketchStyleProps xmlns:ask="http://schemas.microsoft.com/office/drawing/2018/sketchyshapes" sd="3896661861">
                  <a:prstGeom prst="round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/>
                </a:solidFill>
                <a:latin typeface="Ink Free" panose="03080402000500000000" pitchFamily="66" charset="0"/>
              </a:rPr>
              <a:t>diagnosis</a:t>
            </a:r>
            <a:endParaRPr lang="en-DE" dirty="0">
              <a:solidFill>
                <a:schemeClr val="tx1"/>
              </a:solidFill>
              <a:latin typeface="Ink Free" panose="03080402000500000000" pitchFamily="66" charset="0"/>
            </a:endParaRPr>
          </a:p>
        </p:txBody>
      </p: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1D0E935C-E300-CFB8-7121-6015A5E6891D}"/>
              </a:ext>
            </a:extLst>
          </p:cNvPr>
          <p:cNvCxnSpPr>
            <a:cxnSpLocks/>
          </p:cNvCxnSpPr>
          <p:nvPr/>
        </p:nvCxnSpPr>
        <p:spPr>
          <a:xfrm>
            <a:off x="4208488" y="6145433"/>
            <a:ext cx="898874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" name="Rectangle: Rounded Corners 105">
            <a:extLst>
              <a:ext uri="{FF2B5EF4-FFF2-40B4-BE49-F238E27FC236}">
                <a16:creationId xmlns:a16="http://schemas.microsoft.com/office/drawing/2014/main" id="{7845B283-FA6D-C728-4275-90376CEE2D87}"/>
              </a:ext>
            </a:extLst>
          </p:cNvPr>
          <p:cNvSpPr/>
          <p:nvPr/>
        </p:nvSpPr>
        <p:spPr>
          <a:xfrm>
            <a:off x="4219115" y="5967110"/>
            <a:ext cx="366766" cy="339688"/>
          </a:xfrm>
          <a:custGeom>
            <a:avLst/>
            <a:gdLst>
              <a:gd name="connsiteX0" fmla="*/ 0 w 366766"/>
              <a:gd name="connsiteY0" fmla="*/ 56616 h 339688"/>
              <a:gd name="connsiteX1" fmla="*/ 56616 w 366766"/>
              <a:gd name="connsiteY1" fmla="*/ 0 h 339688"/>
              <a:gd name="connsiteX2" fmla="*/ 310150 w 366766"/>
              <a:gd name="connsiteY2" fmla="*/ 0 h 339688"/>
              <a:gd name="connsiteX3" fmla="*/ 366766 w 366766"/>
              <a:gd name="connsiteY3" fmla="*/ 56616 h 339688"/>
              <a:gd name="connsiteX4" fmla="*/ 366766 w 366766"/>
              <a:gd name="connsiteY4" fmla="*/ 283072 h 339688"/>
              <a:gd name="connsiteX5" fmla="*/ 310150 w 366766"/>
              <a:gd name="connsiteY5" fmla="*/ 339688 h 339688"/>
              <a:gd name="connsiteX6" fmla="*/ 56616 w 366766"/>
              <a:gd name="connsiteY6" fmla="*/ 339688 h 339688"/>
              <a:gd name="connsiteX7" fmla="*/ 0 w 366766"/>
              <a:gd name="connsiteY7" fmla="*/ 283072 h 339688"/>
              <a:gd name="connsiteX8" fmla="*/ 0 w 366766"/>
              <a:gd name="connsiteY8" fmla="*/ 56616 h 3396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66766" h="339688" fill="none" extrusionOk="0">
                <a:moveTo>
                  <a:pt x="0" y="56616"/>
                </a:moveTo>
                <a:cubicBezTo>
                  <a:pt x="7398" y="23935"/>
                  <a:pt x="23991" y="4153"/>
                  <a:pt x="56616" y="0"/>
                </a:cubicBezTo>
                <a:cubicBezTo>
                  <a:pt x="148719" y="-7248"/>
                  <a:pt x="209955" y="8689"/>
                  <a:pt x="310150" y="0"/>
                </a:cubicBezTo>
                <a:cubicBezTo>
                  <a:pt x="336981" y="-2678"/>
                  <a:pt x="370498" y="18208"/>
                  <a:pt x="366766" y="56616"/>
                </a:cubicBezTo>
                <a:cubicBezTo>
                  <a:pt x="382400" y="133641"/>
                  <a:pt x="353063" y="173156"/>
                  <a:pt x="366766" y="283072"/>
                </a:cubicBezTo>
                <a:cubicBezTo>
                  <a:pt x="365812" y="314060"/>
                  <a:pt x="343497" y="342022"/>
                  <a:pt x="310150" y="339688"/>
                </a:cubicBezTo>
                <a:cubicBezTo>
                  <a:pt x="209741" y="364087"/>
                  <a:pt x="170791" y="328905"/>
                  <a:pt x="56616" y="339688"/>
                </a:cubicBezTo>
                <a:cubicBezTo>
                  <a:pt x="29591" y="340651"/>
                  <a:pt x="-440" y="313612"/>
                  <a:pt x="0" y="283072"/>
                </a:cubicBezTo>
                <a:cubicBezTo>
                  <a:pt x="-25707" y="171411"/>
                  <a:pt x="21278" y="120561"/>
                  <a:pt x="0" y="56616"/>
                </a:cubicBezTo>
                <a:close/>
              </a:path>
              <a:path w="366766" h="339688" stroke="0" extrusionOk="0">
                <a:moveTo>
                  <a:pt x="0" y="56616"/>
                </a:moveTo>
                <a:cubicBezTo>
                  <a:pt x="918" y="16607"/>
                  <a:pt x="22765" y="832"/>
                  <a:pt x="56616" y="0"/>
                </a:cubicBezTo>
                <a:cubicBezTo>
                  <a:pt x="176972" y="-20736"/>
                  <a:pt x="248306" y="6335"/>
                  <a:pt x="310150" y="0"/>
                </a:cubicBezTo>
                <a:cubicBezTo>
                  <a:pt x="347282" y="-3793"/>
                  <a:pt x="365774" y="27640"/>
                  <a:pt x="366766" y="56616"/>
                </a:cubicBezTo>
                <a:cubicBezTo>
                  <a:pt x="367262" y="140893"/>
                  <a:pt x="348770" y="174208"/>
                  <a:pt x="366766" y="283072"/>
                </a:cubicBezTo>
                <a:cubicBezTo>
                  <a:pt x="370103" y="313742"/>
                  <a:pt x="341385" y="334974"/>
                  <a:pt x="310150" y="339688"/>
                </a:cubicBezTo>
                <a:cubicBezTo>
                  <a:pt x="209612" y="358937"/>
                  <a:pt x="177924" y="335861"/>
                  <a:pt x="56616" y="339688"/>
                </a:cubicBezTo>
                <a:cubicBezTo>
                  <a:pt x="23671" y="337053"/>
                  <a:pt x="-2731" y="310669"/>
                  <a:pt x="0" y="283072"/>
                </a:cubicBezTo>
                <a:cubicBezTo>
                  <a:pt x="-9030" y="209057"/>
                  <a:pt x="6277" y="145332"/>
                  <a:pt x="0" y="56616"/>
                </a:cubicBezTo>
                <a:close/>
              </a:path>
            </a:pathLst>
          </a:custGeom>
          <a:solidFill>
            <a:schemeClr val="accent4">
              <a:lumMod val="40000"/>
              <a:lumOff val="60000"/>
            </a:schemeClr>
          </a:solidFill>
          <a:ln>
            <a:extLst>
              <a:ext uri="{C807C97D-BFC1-408E-A445-0C87EB9F89A2}">
                <ask:lineSketchStyleProps xmlns:ask="http://schemas.microsoft.com/office/drawing/2018/sketchyshapes" sd="1712354505">
                  <a:prstGeom prst="round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/>
                </a:solidFill>
                <a:latin typeface="Ink Free" panose="03080402000500000000" pitchFamily="66" charset="0"/>
              </a:rPr>
              <a:t>c.1</a:t>
            </a:r>
            <a:endParaRPr lang="en-DE" sz="1100" dirty="0">
              <a:solidFill>
                <a:schemeClr val="tx1"/>
              </a:solidFill>
              <a:latin typeface="Ink Free" panose="03080402000500000000" pitchFamily="66" charset="0"/>
            </a:endParaRPr>
          </a:p>
        </p:txBody>
      </p:sp>
      <p:sp>
        <p:nvSpPr>
          <p:cNvPr id="107" name="Rectangle: Rounded Corners 106">
            <a:extLst>
              <a:ext uri="{FF2B5EF4-FFF2-40B4-BE49-F238E27FC236}">
                <a16:creationId xmlns:a16="http://schemas.microsoft.com/office/drawing/2014/main" id="{CEE3F20C-0A08-DDD4-6D82-901FACCAA96B}"/>
              </a:ext>
            </a:extLst>
          </p:cNvPr>
          <p:cNvSpPr/>
          <p:nvPr/>
        </p:nvSpPr>
        <p:spPr>
          <a:xfrm>
            <a:off x="4723347" y="5967110"/>
            <a:ext cx="527679" cy="339688"/>
          </a:xfrm>
          <a:custGeom>
            <a:avLst/>
            <a:gdLst>
              <a:gd name="connsiteX0" fmla="*/ 0 w 527679"/>
              <a:gd name="connsiteY0" fmla="*/ 56616 h 339688"/>
              <a:gd name="connsiteX1" fmla="*/ 56616 w 527679"/>
              <a:gd name="connsiteY1" fmla="*/ 0 h 339688"/>
              <a:gd name="connsiteX2" fmla="*/ 471063 w 527679"/>
              <a:gd name="connsiteY2" fmla="*/ 0 h 339688"/>
              <a:gd name="connsiteX3" fmla="*/ 527679 w 527679"/>
              <a:gd name="connsiteY3" fmla="*/ 56616 h 339688"/>
              <a:gd name="connsiteX4" fmla="*/ 527679 w 527679"/>
              <a:gd name="connsiteY4" fmla="*/ 283072 h 339688"/>
              <a:gd name="connsiteX5" fmla="*/ 471063 w 527679"/>
              <a:gd name="connsiteY5" fmla="*/ 339688 h 339688"/>
              <a:gd name="connsiteX6" fmla="*/ 56616 w 527679"/>
              <a:gd name="connsiteY6" fmla="*/ 339688 h 339688"/>
              <a:gd name="connsiteX7" fmla="*/ 0 w 527679"/>
              <a:gd name="connsiteY7" fmla="*/ 283072 h 339688"/>
              <a:gd name="connsiteX8" fmla="*/ 0 w 527679"/>
              <a:gd name="connsiteY8" fmla="*/ 56616 h 3396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27679" h="339688" fill="none" extrusionOk="0">
                <a:moveTo>
                  <a:pt x="0" y="56616"/>
                </a:moveTo>
                <a:cubicBezTo>
                  <a:pt x="7398" y="23935"/>
                  <a:pt x="23991" y="4153"/>
                  <a:pt x="56616" y="0"/>
                </a:cubicBezTo>
                <a:cubicBezTo>
                  <a:pt x="175995" y="-9223"/>
                  <a:pt x="286770" y="47413"/>
                  <a:pt x="471063" y="0"/>
                </a:cubicBezTo>
                <a:cubicBezTo>
                  <a:pt x="497894" y="-2678"/>
                  <a:pt x="531411" y="18208"/>
                  <a:pt x="527679" y="56616"/>
                </a:cubicBezTo>
                <a:cubicBezTo>
                  <a:pt x="543313" y="133641"/>
                  <a:pt x="513976" y="173156"/>
                  <a:pt x="527679" y="283072"/>
                </a:cubicBezTo>
                <a:cubicBezTo>
                  <a:pt x="526725" y="314060"/>
                  <a:pt x="504410" y="342022"/>
                  <a:pt x="471063" y="339688"/>
                </a:cubicBezTo>
                <a:cubicBezTo>
                  <a:pt x="361076" y="386899"/>
                  <a:pt x="220817" y="303013"/>
                  <a:pt x="56616" y="339688"/>
                </a:cubicBezTo>
                <a:cubicBezTo>
                  <a:pt x="29591" y="340651"/>
                  <a:pt x="-440" y="313612"/>
                  <a:pt x="0" y="283072"/>
                </a:cubicBezTo>
                <a:cubicBezTo>
                  <a:pt x="-25707" y="171411"/>
                  <a:pt x="21278" y="120561"/>
                  <a:pt x="0" y="56616"/>
                </a:cubicBezTo>
                <a:close/>
              </a:path>
              <a:path w="527679" h="339688" stroke="0" extrusionOk="0">
                <a:moveTo>
                  <a:pt x="0" y="56616"/>
                </a:moveTo>
                <a:cubicBezTo>
                  <a:pt x="918" y="16607"/>
                  <a:pt x="22765" y="832"/>
                  <a:pt x="56616" y="0"/>
                </a:cubicBezTo>
                <a:cubicBezTo>
                  <a:pt x="195148" y="-45523"/>
                  <a:pt x="284360" y="45509"/>
                  <a:pt x="471063" y="0"/>
                </a:cubicBezTo>
                <a:cubicBezTo>
                  <a:pt x="508195" y="-3793"/>
                  <a:pt x="526687" y="27640"/>
                  <a:pt x="527679" y="56616"/>
                </a:cubicBezTo>
                <a:cubicBezTo>
                  <a:pt x="528175" y="140893"/>
                  <a:pt x="509683" y="174208"/>
                  <a:pt x="527679" y="283072"/>
                </a:cubicBezTo>
                <a:cubicBezTo>
                  <a:pt x="531016" y="313742"/>
                  <a:pt x="502298" y="334974"/>
                  <a:pt x="471063" y="339688"/>
                </a:cubicBezTo>
                <a:cubicBezTo>
                  <a:pt x="341522" y="367193"/>
                  <a:pt x="258597" y="331324"/>
                  <a:pt x="56616" y="339688"/>
                </a:cubicBezTo>
                <a:cubicBezTo>
                  <a:pt x="23671" y="337053"/>
                  <a:pt x="-2731" y="310669"/>
                  <a:pt x="0" y="283072"/>
                </a:cubicBezTo>
                <a:cubicBezTo>
                  <a:pt x="-9030" y="209057"/>
                  <a:pt x="6277" y="145332"/>
                  <a:pt x="0" y="56616"/>
                </a:cubicBezTo>
                <a:close/>
              </a:path>
            </a:pathLst>
          </a:custGeom>
          <a:solidFill>
            <a:schemeClr val="accent4">
              <a:lumMod val="40000"/>
              <a:lumOff val="60000"/>
            </a:schemeClr>
          </a:solidFill>
          <a:ln>
            <a:extLst>
              <a:ext uri="{C807C97D-BFC1-408E-A445-0C87EB9F89A2}">
                <ask:lineSketchStyleProps xmlns:ask="http://schemas.microsoft.com/office/drawing/2018/sketchyshapes" sd="1712354505">
                  <a:prstGeom prst="round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Ink Free" panose="03080402000500000000" pitchFamily="66" charset="0"/>
              </a:rPr>
              <a:t>c.30</a:t>
            </a:r>
            <a:endParaRPr lang="en-DE" sz="1200" dirty="0">
              <a:solidFill>
                <a:schemeClr val="tx1"/>
              </a:solidFill>
              <a:latin typeface="Ink Free" panose="03080402000500000000" pitchFamily="66" charset="0"/>
            </a:endParaRPr>
          </a:p>
        </p:txBody>
      </p:sp>
      <p:pic>
        <p:nvPicPr>
          <p:cNvPr id="108" name="Picture 107" descr="A cartoon of a person&#10;&#10;Description automatically generated">
            <a:extLst>
              <a:ext uri="{FF2B5EF4-FFF2-40B4-BE49-F238E27FC236}">
                <a16:creationId xmlns:a16="http://schemas.microsoft.com/office/drawing/2014/main" id="{54DB0D92-486A-C9F8-71F9-C2E583EBBA30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rgbClr val="FF000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027" t="1" r="18526" b="3353"/>
          <a:stretch/>
        </p:blipFill>
        <p:spPr>
          <a:xfrm>
            <a:off x="3992800" y="4818809"/>
            <a:ext cx="194166" cy="28241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</p:pic>
      <p:pic>
        <p:nvPicPr>
          <p:cNvPr id="109" name="Picture 108" descr="A cartoon of a person&#10;&#10;Description automatically generated">
            <a:extLst>
              <a:ext uri="{FF2B5EF4-FFF2-40B4-BE49-F238E27FC236}">
                <a16:creationId xmlns:a16="http://schemas.microsoft.com/office/drawing/2014/main" id="{2C923939-DD6D-A79B-685A-EF6A59960340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rgbClr val="FFC00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027" t="1" r="18526" b="3353"/>
          <a:stretch/>
        </p:blipFill>
        <p:spPr>
          <a:xfrm>
            <a:off x="3997749" y="5815463"/>
            <a:ext cx="194166" cy="28241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</p:pic>
      <p:sp>
        <p:nvSpPr>
          <p:cNvPr id="110" name="Rectangle: Rounded Corners 109">
            <a:extLst>
              <a:ext uri="{FF2B5EF4-FFF2-40B4-BE49-F238E27FC236}">
                <a16:creationId xmlns:a16="http://schemas.microsoft.com/office/drawing/2014/main" id="{A1F1C712-D16B-F3D4-079A-AE1C77AE0399}"/>
              </a:ext>
            </a:extLst>
          </p:cNvPr>
          <p:cNvSpPr/>
          <p:nvPr/>
        </p:nvSpPr>
        <p:spPr>
          <a:xfrm>
            <a:off x="6720144" y="4274594"/>
            <a:ext cx="1537237" cy="2254959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rgbClr val="24682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111" name="Rectangle: Rounded Corners 110">
            <a:extLst>
              <a:ext uri="{FF2B5EF4-FFF2-40B4-BE49-F238E27FC236}">
                <a16:creationId xmlns:a16="http://schemas.microsoft.com/office/drawing/2014/main" id="{9745803D-5FC4-F1EC-A546-758E3CBB2303}"/>
              </a:ext>
            </a:extLst>
          </p:cNvPr>
          <p:cNvSpPr/>
          <p:nvPr/>
        </p:nvSpPr>
        <p:spPr>
          <a:xfrm>
            <a:off x="6776179" y="4537482"/>
            <a:ext cx="1364522" cy="450080"/>
          </a:xfrm>
          <a:prstGeom prst="roundRect">
            <a:avLst/>
          </a:prstGeom>
          <a:solidFill>
            <a:srgbClr val="DCEAF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116" name="Rectangle: Rounded Corners 115">
            <a:extLst>
              <a:ext uri="{FF2B5EF4-FFF2-40B4-BE49-F238E27FC236}">
                <a16:creationId xmlns:a16="http://schemas.microsoft.com/office/drawing/2014/main" id="{C80158C3-546C-B392-C150-59E13C2C07C3}"/>
              </a:ext>
            </a:extLst>
          </p:cNvPr>
          <p:cNvSpPr/>
          <p:nvPr/>
        </p:nvSpPr>
        <p:spPr>
          <a:xfrm>
            <a:off x="8362100" y="4286039"/>
            <a:ext cx="1650120" cy="2254959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117" name="Rectangle: Rounded Corners 116">
            <a:extLst>
              <a:ext uri="{FF2B5EF4-FFF2-40B4-BE49-F238E27FC236}">
                <a16:creationId xmlns:a16="http://schemas.microsoft.com/office/drawing/2014/main" id="{E3E3F92C-99BE-9CC2-4658-0D34F507FEE0}"/>
              </a:ext>
            </a:extLst>
          </p:cNvPr>
          <p:cNvSpPr/>
          <p:nvPr/>
        </p:nvSpPr>
        <p:spPr>
          <a:xfrm>
            <a:off x="10131354" y="4295353"/>
            <a:ext cx="1494309" cy="2254959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rgbClr val="15608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pic>
        <p:nvPicPr>
          <p:cNvPr id="123" name="Picture 122" descr="A cartoon of a person&#10;&#10;Description automatically generated">
            <a:extLst>
              <a:ext uri="{FF2B5EF4-FFF2-40B4-BE49-F238E27FC236}">
                <a16:creationId xmlns:a16="http://schemas.microsoft.com/office/drawing/2014/main" id="{479C0ACC-0E5B-9114-6C23-9617C2F438FC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027" t="1" r="18526" b="3353"/>
          <a:stretch/>
        </p:blipFill>
        <p:spPr>
          <a:xfrm>
            <a:off x="6822933" y="4619816"/>
            <a:ext cx="194166" cy="28241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</p:pic>
      <p:sp>
        <p:nvSpPr>
          <p:cNvPr id="125" name="Rectangle: Rounded Corners 124">
            <a:extLst>
              <a:ext uri="{FF2B5EF4-FFF2-40B4-BE49-F238E27FC236}">
                <a16:creationId xmlns:a16="http://schemas.microsoft.com/office/drawing/2014/main" id="{1A0E2E6E-8773-FB77-2989-7663C5AC8853}"/>
              </a:ext>
            </a:extLst>
          </p:cNvPr>
          <p:cNvSpPr/>
          <p:nvPr/>
        </p:nvSpPr>
        <p:spPr>
          <a:xfrm>
            <a:off x="8443770" y="4537482"/>
            <a:ext cx="1514468" cy="450080"/>
          </a:xfrm>
          <a:prstGeom prst="roundRect">
            <a:avLst/>
          </a:prstGeom>
          <a:solidFill>
            <a:srgbClr val="DCEAF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137" name="Rectangle: Rounded Corners 136">
            <a:extLst>
              <a:ext uri="{FF2B5EF4-FFF2-40B4-BE49-F238E27FC236}">
                <a16:creationId xmlns:a16="http://schemas.microsoft.com/office/drawing/2014/main" id="{0DB01C1E-161F-7741-505F-EB121B7DD92E}"/>
              </a:ext>
            </a:extLst>
          </p:cNvPr>
          <p:cNvSpPr/>
          <p:nvPr/>
        </p:nvSpPr>
        <p:spPr>
          <a:xfrm>
            <a:off x="10186034" y="4537482"/>
            <a:ext cx="1384141" cy="450080"/>
          </a:xfrm>
          <a:prstGeom prst="roundRect">
            <a:avLst/>
          </a:prstGeom>
          <a:solidFill>
            <a:srgbClr val="DCEAF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cxnSp>
        <p:nvCxnSpPr>
          <p:cNvPr id="113" name="Straight Connector 112">
            <a:extLst>
              <a:ext uri="{FF2B5EF4-FFF2-40B4-BE49-F238E27FC236}">
                <a16:creationId xmlns:a16="http://schemas.microsoft.com/office/drawing/2014/main" id="{39DB06CF-EBB1-A5AB-87DB-7D4CD369F612}"/>
              </a:ext>
            </a:extLst>
          </p:cNvPr>
          <p:cNvCxnSpPr>
            <a:cxnSpLocks/>
          </p:cNvCxnSpPr>
          <p:nvPr/>
        </p:nvCxnSpPr>
        <p:spPr>
          <a:xfrm>
            <a:off x="7052591" y="4778277"/>
            <a:ext cx="4279459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2" name="Rectangle: Rounded Corners 111">
            <a:extLst>
              <a:ext uri="{FF2B5EF4-FFF2-40B4-BE49-F238E27FC236}">
                <a16:creationId xmlns:a16="http://schemas.microsoft.com/office/drawing/2014/main" id="{0CED2C06-5D24-8AF0-A453-BA16DA4DA53D}"/>
              </a:ext>
            </a:extLst>
          </p:cNvPr>
          <p:cNvSpPr/>
          <p:nvPr/>
        </p:nvSpPr>
        <p:spPr>
          <a:xfrm>
            <a:off x="7179591" y="4609378"/>
            <a:ext cx="757272" cy="339687"/>
          </a:xfrm>
          <a:custGeom>
            <a:avLst/>
            <a:gdLst>
              <a:gd name="connsiteX0" fmla="*/ 0 w 757272"/>
              <a:gd name="connsiteY0" fmla="*/ 56616 h 339687"/>
              <a:gd name="connsiteX1" fmla="*/ 56616 w 757272"/>
              <a:gd name="connsiteY1" fmla="*/ 0 h 339687"/>
              <a:gd name="connsiteX2" fmla="*/ 385076 w 757272"/>
              <a:gd name="connsiteY2" fmla="*/ 0 h 339687"/>
              <a:gd name="connsiteX3" fmla="*/ 700656 w 757272"/>
              <a:gd name="connsiteY3" fmla="*/ 0 h 339687"/>
              <a:gd name="connsiteX4" fmla="*/ 757272 w 757272"/>
              <a:gd name="connsiteY4" fmla="*/ 56616 h 339687"/>
              <a:gd name="connsiteX5" fmla="*/ 757272 w 757272"/>
              <a:gd name="connsiteY5" fmla="*/ 283071 h 339687"/>
              <a:gd name="connsiteX6" fmla="*/ 700656 w 757272"/>
              <a:gd name="connsiteY6" fmla="*/ 339687 h 339687"/>
              <a:gd name="connsiteX7" fmla="*/ 378636 w 757272"/>
              <a:gd name="connsiteY7" fmla="*/ 339687 h 339687"/>
              <a:gd name="connsiteX8" fmla="*/ 56616 w 757272"/>
              <a:gd name="connsiteY8" fmla="*/ 339687 h 339687"/>
              <a:gd name="connsiteX9" fmla="*/ 0 w 757272"/>
              <a:gd name="connsiteY9" fmla="*/ 283071 h 339687"/>
              <a:gd name="connsiteX10" fmla="*/ 0 w 757272"/>
              <a:gd name="connsiteY10" fmla="*/ 56616 h 3396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757272" h="339687" fill="none" extrusionOk="0">
                <a:moveTo>
                  <a:pt x="0" y="56616"/>
                </a:moveTo>
                <a:cubicBezTo>
                  <a:pt x="467" y="27258"/>
                  <a:pt x="22489" y="2345"/>
                  <a:pt x="56616" y="0"/>
                </a:cubicBezTo>
                <a:cubicBezTo>
                  <a:pt x="160404" y="-23343"/>
                  <a:pt x="288962" y="27472"/>
                  <a:pt x="385076" y="0"/>
                </a:cubicBezTo>
                <a:cubicBezTo>
                  <a:pt x="481190" y="-27472"/>
                  <a:pt x="550157" y="2657"/>
                  <a:pt x="700656" y="0"/>
                </a:cubicBezTo>
                <a:cubicBezTo>
                  <a:pt x="727134" y="308"/>
                  <a:pt x="756029" y="31718"/>
                  <a:pt x="757272" y="56616"/>
                </a:cubicBezTo>
                <a:cubicBezTo>
                  <a:pt x="783407" y="108747"/>
                  <a:pt x="735558" y="206012"/>
                  <a:pt x="757272" y="283071"/>
                </a:cubicBezTo>
                <a:cubicBezTo>
                  <a:pt x="757191" y="319891"/>
                  <a:pt x="731207" y="340712"/>
                  <a:pt x="700656" y="339687"/>
                </a:cubicBezTo>
                <a:cubicBezTo>
                  <a:pt x="545634" y="348104"/>
                  <a:pt x="535618" y="320069"/>
                  <a:pt x="378636" y="339687"/>
                </a:cubicBezTo>
                <a:cubicBezTo>
                  <a:pt x="221654" y="359305"/>
                  <a:pt x="205120" y="303809"/>
                  <a:pt x="56616" y="339687"/>
                </a:cubicBezTo>
                <a:cubicBezTo>
                  <a:pt x="24844" y="334596"/>
                  <a:pt x="8386" y="312625"/>
                  <a:pt x="0" y="283071"/>
                </a:cubicBezTo>
                <a:cubicBezTo>
                  <a:pt x="-14751" y="197304"/>
                  <a:pt x="4419" y="162955"/>
                  <a:pt x="0" y="56616"/>
                </a:cubicBezTo>
                <a:close/>
              </a:path>
              <a:path w="757272" h="339687" stroke="0" extrusionOk="0">
                <a:moveTo>
                  <a:pt x="0" y="56616"/>
                </a:moveTo>
                <a:cubicBezTo>
                  <a:pt x="-4865" y="23732"/>
                  <a:pt x="26154" y="2322"/>
                  <a:pt x="56616" y="0"/>
                </a:cubicBezTo>
                <a:cubicBezTo>
                  <a:pt x="177869" y="-24456"/>
                  <a:pt x="246836" y="34201"/>
                  <a:pt x="372196" y="0"/>
                </a:cubicBezTo>
                <a:cubicBezTo>
                  <a:pt x="497556" y="-34201"/>
                  <a:pt x="589904" y="25484"/>
                  <a:pt x="700656" y="0"/>
                </a:cubicBezTo>
                <a:cubicBezTo>
                  <a:pt x="729173" y="5010"/>
                  <a:pt x="754192" y="18541"/>
                  <a:pt x="757272" y="56616"/>
                </a:cubicBezTo>
                <a:cubicBezTo>
                  <a:pt x="767929" y="133064"/>
                  <a:pt x="753103" y="203415"/>
                  <a:pt x="757272" y="283071"/>
                </a:cubicBezTo>
                <a:cubicBezTo>
                  <a:pt x="752831" y="312013"/>
                  <a:pt x="730916" y="340481"/>
                  <a:pt x="700656" y="339687"/>
                </a:cubicBezTo>
                <a:cubicBezTo>
                  <a:pt x="639224" y="354260"/>
                  <a:pt x="509579" y="337419"/>
                  <a:pt x="397957" y="339687"/>
                </a:cubicBezTo>
                <a:cubicBezTo>
                  <a:pt x="286335" y="341955"/>
                  <a:pt x="161009" y="317716"/>
                  <a:pt x="56616" y="339687"/>
                </a:cubicBezTo>
                <a:cubicBezTo>
                  <a:pt x="21676" y="334968"/>
                  <a:pt x="-2729" y="315107"/>
                  <a:pt x="0" y="283071"/>
                </a:cubicBezTo>
                <a:cubicBezTo>
                  <a:pt x="-7177" y="232046"/>
                  <a:pt x="13919" y="132116"/>
                  <a:pt x="0" y="56616"/>
                </a:cubicBezTo>
                <a:close/>
              </a:path>
            </a:pathLst>
          </a:custGeom>
          <a:solidFill>
            <a:srgbClr val="D9F2D0"/>
          </a:solidFill>
          <a:ln>
            <a:extLst>
              <a:ext uri="{C807C97D-BFC1-408E-A445-0C87EB9F89A2}">
                <ask:lineSketchStyleProps xmlns:ask="http://schemas.microsoft.com/office/drawing/2018/sketchyshapes" sd="3896661861">
                  <a:prstGeom prst="round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/>
                </a:solidFill>
                <a:latin typeface="Ink Free" panose="03080402000500000000" pitchFamily="66" charset="0"/>
              </a:rPr>
              <a:t>diagnosis</a:t>
            </a:r>
            <a:endParaRPr lang="en-DE" dirty="0">
              <a:solidFill>
                <a:schemeClr val="tx1"/>
              </a:solidFill>
              <a:latin typeface="Ink Free" panose="03080402000500000000" pitchFamily="66" charset="0"/>
            </a:endParaRPr>
          </a:p>
        </p:txBody>
      </p:sp>
      <p:sp>
        <p:nvSpPr>
          <p:cNvPr id="128" name="Rectangle: Rounded Corners 127">
            <a:extLst>
              <a:ext uri="{FF2B5EF4-FFF2-40B4-BE49-F238E27FC236}">
                <a16:creationId xmlns:a16="http://schemas.microsoft.com/office/drawing/2014/main" id="{C6CAFB96-B492-D595-624A-B9821D8DF125}"/>
              </a:ext>
            </a:extLst>
          </p:cNvPr>
          <p:cNvSpPr/>
          <p:nvPr/>
        </p:nvSpPr>
        <p:spPr>
          <a:xfrm>
            <a:off x="8877210" y="4615018"/>
            <a:ext cx="436899" cy="339688"/>
          </a:xfrm>
          <a:custGeom>
            <a:avLst/>
            <a:gdLst>
              <a:gd name="connsiteX0" fmla="*/ 0 w 436899"/>
              <a:gd name="connsiteY0" fmla="*/ 56616 h 339688"/>
              <a:gd name="connsiteX1" fmla="*/ 56616 w 436899"/>
              <a:gd name="connsiteY1" fmla="*/ 0 h 339688"/>
              <a:gd name="connsiteX2" fmla="*/ 380283 w 436899"/>
              <a:gd name="connsiteY2" fmla="*/ 0 h 339688"/>
              <a:gd name="connsiteX3" fmla="*/ 436899 w 436899"/>
              <a:gd name="connsiteY3" fmla="*/ 56616 h 339688"/>
              <a:gd name="connsiteX4" fmla="*/ 436899 w 436899"/>
              <a:gd name="connsiteY4" fmla="*/ 283072 h 339688"/>
              <a:gd name="connsiteX5" fmla="*/ 380283 w 436899"/>
              <a:gd name="connsiteY5" fmla="*/ 339688 h 339688"/>
              <a:gd name="connsiteX6" fmla="*/ 56616 w 436899"/>
              <a:gd name="connsiteY6" fmla="*/ 339688 h 339688"/>
              <a:gd name="connsiteX7" fmla="*/ 0 w 436899"/>
              <a:gd name="connsiteY7" fmla="*/ 283072 h 339688"/>
              <a:gd name="connsiteX8" fmla="*/ 0 w 436899"/>
              <a:gd name="connsiteY8" fmla="*/ 56616 h 3396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36899" h="339688" fill="none" extrusionOk="0">
                <a:moveTo>
                  <a:pt x="0" y="56616"/>
                </a:moveTo>
                <a:cubicBezTo>
                  <a:pt x="7398" y="23935"/>
                  <a:pt x="23991" y="4153"/>
                  <a:pt x="56616" y="0"/>
                </a:cubicBezTo>
                <a:cubicBezTo>
                  <a:pt x="188186" y="-10036"/>
                  <a:pt x="253028" y="15879"/>
                  <a:pt x="380283" y="0"/>
                </a:cubicBezTo>
                <a:cubicBezTo>
                  <a:pt x="407114" y="-2678"/>
                  <a:pt x="440631" y="18208"/>
                  <a:pt x="436899" y="56616"/>
                </a:cubicBezTo>
                <a:cubicBezTo>
                  <a:pt x="452533" y="133641"/>
                  <a:pt x="423196" y="173156"/>
                  <a:pt x="436899" y="283072"/>
                </a:cubicBezTo>
                <a:cubicBezTo>
                  <a:pt x="435945" y="314060"/>
                  <a:pt x="413630" y="342022"/>
                  <a:pt x="380283" y="339688"/>
                </a:cubicBezTo>
                <a:cubicBezTo>
                  <a:pt x="228784" y="347895"/>
                  <a:pt x="200098" y="303750"/>
                  <a:pt x="56616" y="339688"/>
                </a:cubicBezTo>
                <a:cubicBezTo>
                  <a:pt x="29591" y="340651"/>
                  <a:pt x="-440" y="313612"/>
                  <a:pt x="0" y="283072"/>
                </a:cubicBezTo>
                <a:cubicBezTo>
                  <a:pt x="-25707" y="171411"/>
                  <a:pt x="21278" y="120561"/>
                  <a:pt x="0" y="56616"/>
                </a:cubicBezTo>
                <a:close/>
              </a:path>
              <a:path w="436899" h="339688" stroke="0" extrusionOk="0">
                <a:moveTo>
                  <a:pt x="0" y="56616"/>
                </a:moveTo>
                <a:cubicBezTo>
                  <a:pt x="918" y="16607"/>
                  <a:pt x="22765" y="832"/>
                  <a:pt x="56616" y="0"/>
                </a:cubicBezTo>
                <a:cubicBezTo>
                  <a:pt x="130359" y="-30683"/>
                  <a:pt x="286012" y="25457"/>
                  <a:pt x="380283" y="0"/>
                </a:cubicBezTo>
                <a:cubicBezTo>
                  <a:pt x="417415" y="-3793"/>
                  <a:pt x="435907" y="27640"/>
                  <a:pt x="436899" y="56616"/>
                </a:cubicBezTo>
                <a:cubicBezTo>
                  <a:pt x="437395" y="140893"/>
                  <a:pt x="418903" y="174208"/>
                  <a:pt x="436899" y="283072"/>
                </a:cubicBezTo>
                <a:cubicBezTo>
                  <a:pt x="440236" y="313742"/>
                  <a:pt x="411518" y="334974"/>
                  <a:pt x="380283" y="339688"/>
                </a:cubicBezTo>
                <a:cubicBezTo>
                  <a:pt x="256653" y="360262"/>
                  <a:pt x="165347" y="310241"/>
                  <a:pt x="56616" y="339688"/>
                </a:cubicBezTo>
                <a:cubicBezTo>
                  <a:pt x="23671" y="337053"/>
                  <a:pt x="-2731" y="310669"/>
                  <a:pt x="0" y="283072"/>
                </a:cubicBezTo>
                <a:cubicBezTo>
                  <a:pt x="-9030" y="209057"/>
                  <a:pt x="6277" y="145332"/>
                  <a:pt x="0" y="56616"/>
                </a:cubicBezTo>
                <a:close/>
              </a:path>
            </a:pathLst>
          </a:custGeom>
          <a:solidFill>
            <a:schemeClr val="accent4">
              <a:lumMod val="40000"/>
              <a:lumOff val="60000"/>
            </a:schemeClr>
          </a:solidFill>
          <a:ln>
            <a:extLst>
              <a:ext uri="{C807C97D-BFC1-408E-A445-0C87EB9F89A2}">
                <ask:lineSketchStyleProps xmlns:ask="http://schemas.microsoft.com/office/drawing/2018/sketchyshapes" sd="1712354505">
                  <a:prstGeom prst="round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/>
                </a:solidFill>
                <a:latin typeface="Ink Free" panose="03080402000500000000" pitchFamily="66" charset="0"/>
              </a:rPr>
              <a:t>c.2</a:t>
            </a:r>
            <a:endParaRPr lang="en-DE" sz="1100" dirty="0">
              <a:solidFill>
                <a:schemeClr val="tx1"/>
              </a:solidFill>
              <a:latin typeface="Ink Free" panose="03080402000500000000" pitchFamily="66" charset="0"/>
            </a:endParaRPr>
          </a:p>
        </p:txBody>
      </p:sp>
      <p:sp>
        <p:nvSpPr>
          <p:cNvPr id="141" name="Rectangle: Rounded Corners 140">
            <a:extLst>
              <a:ext uri="{FF2B5EF4-FFF2-40B4-BE49-F238E27FC236}">
                <a16:creationId xmlns:a16="http://schemas.microsoft.com/office/drawing/2014/main" id="{C79BF3D1-68A0-957E-9593-67FB4DAD4EB5}"/>
              </a:ext>
            </a:extLst>
          </p:cNvPr>
          <p:cNvSpPr/>
          <p:nvPr/>
        </p:nvSpPr>
        <p:spPr>
          <a:xfrm>
            <a:off x="10986641" y="4588029"/>
            <a:ext cx="527679" cy="339688"/>
          </a:xfrm>
          <a:custGeom>
            <a:avLst/>
            <a:gdLst>
              <a:gd name="connsiteX0" fmla="*/ 0 w 527679"/>
              <a:gd name="connsiteY0" fmla="*/ 56616 h 339688"/>
              <a:gd name="connsiteX1" fmla="*/ 56616 w 527679"/>
              <a:gd name="connsiteY1" fmla="*/ 0 h 339688"/>
              <a:gd name="connsiteX2" fmla="*/ 471063 w 527679"/>
              <a:gd name="connsiteY2" fmla="*/ 0 h 339688"/>
              <a:gd name="connsiteX3" fmla="*/ 527679 w 527679"/>
              <a:gd name="connsiteY3" fmla="*/ 56616 h 339688"/>
              <a:gd name="connsiteX4" fmla="*/ 527679 w 527679"/>
              <a:gd name="connsiteY4" fmla="*/ 283072 h 339688"/>
              <a:gd name="connsiteX5" fmla="*/ 471063 w 527679"/>
              <a:gd name="connsiteY5" fmla="*/ 339688 h 339688"/>
              <a:gd name="connsiteX6" fmla="*/ 56616 w 527679"/>
              <a:gd name="connsiteY6" fmla="*/ 339688 h 339688"/>
              <a:gd name="connsiteX7" fmla="*/ 0 w 527679"/>
              <a:gd name="connsiteY7" fmla="*/ 283072 h 339688"/>
              <a:gd name="connsiteX8" fmla="*/ 0 w 527679"/>
              <a:gd name="connsiteY8" fmla="*/ 56616 h 3396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27679" h="339688" fill="none" extrusionOk="0">
                <a:moveTo>
                  <a:pt x="0" y="56616"/>
                </a:moveTo>
                <a:cubicBezTo>
                  <a:pt x="7398" y="23935"/>
                  <a:pt x="23991" y="4153"/>
                  <a:pt x="56616" y="0"/>
                </a:cubicBezTo>
                <a:cubicBezTo>
                  <a:pt x="175995" y="-9223"/>
                  <a:pt x="286770" y="47413"/>
                  <a:pt x="471063" y="0"/>
                </a:cubicBezTo>
                <a:cubicBezTo>
                  <a:pt x="497894" y="-2678"/>
                  <a:pt x="531411" y="18208"/>
                  <a:pt x="527679" y="56616"/>
                </a:cubicBezTo>
                <a:cubicBezTo>
                  <a:pt x="543313" y="133641"/>
                  <a:pt x="513976" y="173156"/>
                  <a:pt x="527679" y="283072"/>
                </a:cubicBezTo>
                <a:cubicBezTo>
                  <a:pt x="526725" y="314060"/>
                  <a:pt x="504410" y="342022"/>
                  <a:pt x="471063" y="339688"/>
                </a:cubicBezTo>
                <a:cubicBezTo>
                  <a:pt x="361076" y="386899"/>
                  <a:pt x="220817" y="303013"/>
                  <a:pt x="56616" y="339688"/>
                </a:cubicBezTo>
                <a:cubicBezTo>
                  <a:pt x="29591" y="340651"/>
                  <a:pt x="-440" y="313612"/>
                  <a:pt x="0" y="283072"/>
                </a:cubicBezTo>
                <a:cubicBezTo>
                  <a:pt x="-25707" y="171411"/>
                  <a:pt x="21278" y="120561"/>
                  <a:pt x="0" y="56616"/>
                </a:cubicBezTo>
                <a:close/>
              </a:path>
              <a:path w="527679" h="339688" stroke="0" extrusionOk="0">
                <a:moveTo>
                  <a:pt x="0" y="56616"/>
                </a:moveTo>
                <a:cubicBezTo>
                  <a:pt x="918" y="16607"/>
                  <a:pt x="22765" y="832"/>
                  <a:pt x="56616" y="0"/>
                </a:cubicBezTo>
                <a:cubicBezTo>
                  <a:pt x="195148" y="-45523"/>
                  <a:pt x="284360" y="45509"/>
                  <a:pt x="471063" y="0"/>
                </a:cubicBezTo>
                <a:cubicBezTo>
                  <a:pt x="508195" y="-3793"/>
                  <a:pt x="526687" y="27640"/>
                  <a:pt x="527679" y="56616"/>
                </a:cubicBezTo>
                <a:cubicBezTo>
                  <a:pt x="528175" y="140893"/>
                  <a:pt x="509683" y="174208"/>
                  <a:pt x="527679" y="283072"/>
                </a:cubicBezTo>
                <a:cubicBezTo>
                  <a:pt x="531016" y="313742"/>
                  <a:pt x="502298" y="334974"/>
                  <a:pt x="471063" y="339688"/>
                </a:cubicBezTo>
                <a:cubicBezTo>
                  <a:pt x="341522" y="367193"/>
                  <a:pt x="258597" y="331324"/>
                  <a:pt x="56616" y="339688"/>
                </a:cubicBezTo>
                <a:cubicBezTo>
                  <a:pt x="23671" y="337053"/>
                  <a:pt x="-2731" y="310669"/>
                  <a:pt x="0" y="283072"/>
                </a:cubicBezTo>
                <a:cubicBezTo>
                  <a:pt x="-9030" y="209057"/>
                  <a:pt x="6277" y="145332"/>
                  <a:pt x="0" y="56616"/>
                </a:cubicBezTo>
                <a:close/>
              </a:path>
            </a:pathLst>
          </a:custGeom>
          <a:solidFill>
            <a:schemeClr val="accent4">
              <a:lumMod val="40000"/>
              <a:lumOff val="60000"/>
            </a:schemeClr>
          </a:solidFill>
          <a:ln>
            <a:extLst>
              <a:ext uri="{C807C97D-BFC1-408E-A445-0C87EB9F89A2}">
                <ask:lineSketchStyleProps xmlns:ask="http://schemas.microsoft.com/office/drawing/2018/sketchyshapes" sd="1712354505">
                  <a:prstGeom prst="round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Ink Free" panose="03080402000500000000" pitchFamily="66" charset="0"/>
              </a:rPr>
              <a:t>c.30</a:t>
            </a:r>
            <a:endParaRPr lang="en-DE" sz="1200" dirty="0">
              <a:solidFill>
                <a:schemeClr val="tx1"/>
              </a:solidFill>
              <a:latin typeface="Ink Free" panose="03080402000500000000" pitchFamily="66" charset="0"/>
            </a:endParaRPr>
          </a:p>
        </p:txBody>
      </p:sp>
      <p:sp>
        <p:nvSpPr>
          <p:cNvPr id="151" name="Rectangle: Rounded Corners 150">
            <a:extLst>
              <a:ext uri="{FF2B5EF4-FFF2-40B4-BE49-F238E27FC236}">
                <a16:creationId xmlns:a16="http://schemas.microsoft.com/office/drawing/2014/main" id="{C6113725-F487-8F50-721C-C80006C48505}"/>
              </a:ext>
            </a:extLst>
          </p:cNvPr>
          <p:cNvSpPr/>
          <p:nvPr/>
        </p:nvSpPr>
        <p:spPr>
          <a:xfrm>
            <a:off x="9426506" y="4615018"/>
            <a:ext cx="436899" cy="339688"/>
          </a:xfrm>
          <a:custGeom>
            <a:avLst/>
            <a:gdLst>
              <a:gd name="connsiteX0" fmla="*/ 0 w 436899"/>
              <a:gd name="connsiteY0" fmla="*/ 56616 h 339688"/>
              <a:gd name="connsiteX1" fmla="*/ 56616 w 436899"/>
              <a:gd name="connsiteY1" fmla="*/ 0 h 339688"/>
              <a:gd name="connsiteX2" fmla="*/ 380283 w 436899"/>
              <a:gd name="connsiteY2" fmla="*/ 0 h 339688"/>
              <a:gd name="connsiteX3" fmla="*/ 436899 w 436899"/>
              <a:gd name="connsiteY3" fmla="*/ 56616 h 339688"/>
              <a:gd name="connsiteX4" fmla="*/ 436899 w 436899"/>
              <a:gd name="connsiteY4" fmla="*/ 283072 h 339688"/>
              <a:gd name="connsiteX5" fmla="*/ 380283 w 436899"/>
              <a:gd name="connsiteY5" fmla="*/ 339688 h 339688"/>
              <a:gd name="connsiteX6" fmla="*/ 56616 w 436899"/>
              <a:gd name="connsiteY6" fmla="*/ 339688 h 339688"/>
              <a:gd name="connsiteX7" fmla="*/ 0 w 436899"/>
              <a:gd name="connsiteY7" fmla="*/ 283072 h 339688"/>
              <a:gd name="connsiteX8" fmla="*/ 0 w 436899"/>
              <a:gd name="connsiteY8" fmla="*/ 56616 h 3396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36899" h="339688" fill="none" extrusionOk="0">
                <a:moveTo>
                  <a:pt x="0" y="56616"/>
                </a:moveTo>
                <a:cubicBezTo>
                  <a:pt x="7398" y="23935"/>
                  <a:pt x="23991" y="4153"/>
                  <a:pt x="56616" y="0"/>
                </a:cubicBezTo>
                <a:cubicBezTo>
                  <a:pt x="188186" y="-10036"/>
                  <a:pt x="253028" y="15879"/>
                  <a:pt x="380283" y="0"/>
                </a:cubicBezTo>
                <a:cubicBezTo>
                  <a:pt x="407114" y="-2678"/>
                  <a:pt x="440631" y="18208"/>
                  <a:pt x="436899" y="56616"/>
                </a:cubicBezTo>
                <a:cubicBezTo>
                  <a:pt x="452533" y="133641"/>
                  <a:pt x="423196" y="173156"/>
                  <a:pt x="436899" y="283072"/>
                </a:cubicBezTo>
                <a:cubicBezTo>
                  <a:pt x="435945" y="314060"/>
                  <a:pt x="413630" y="342022"/>
                  <a:pt x="380283" y="339688"/>
                </a:cubicBezTo>
                <a:cubicBezTo>
                  <a:pt x="228784" y="347895"/>
                  <a:pt x="200098" y="303750"/>
                  <a:pt x="56616" y="339688"/>
                </a:cubicBezTo>
                <a:cubicBezTo>
                  <a:pt x="29591" y="340651"/>
                  <a:pt x="-440" y="313612"/>
                  <a:pt x="0" y="283072"/>
                </a:cubicBezTo>
                <a:cubicBezTo>
                  <a:pt x="-25707" y="171411"/>
                  <a:pt x="21278" y="120561"/>
                  <a:pt x="0" y="56616"/>
                </a:cubicBezTo>
                <a:close/>
              </a:path>
              <a:path w="436899" h="339688" stroke="0" extrusionOk="0">
                <a:moveTo>
                  <a:pt x="0" y="56616"/>
                </a:moveTo>
                <a:cubicBezTo>
                  <a:pt x="918" y="16607"/>
                  <a:pt x="22765" y="832"/>
                  <a:pt x="56616" y="0"/>
                </a:cubicBezTo>
                <a:cubicBezTo>
                  <a:pt x="130359" y="-30683"/>
                  <a:pt x="286012" y="25457"/>
                  <a:pt x="380283" y="0"/>
                </a:cubicBezTo>
                <a:cubicBezTo>
                  <a:pt x="417415" y="-3793"/>
                  <a:pt x="435907" y="27640"/>
                  <a:pt x="436899" y="56616"/>
                </a:cubicBezTo>
                <a:cubicBezTo>
                  <a:pt x="437395" y="140893"/>
                  <a:pt x="418903" y="174208"/>
                  <a:pt x="436899" y="283072"/>
                </a:cubicBezTo>
                <a:cubicBezTo>
                  <a:pt x="440236" y="313742"/>
                  <a:pt x="411518" y="334974"/>
                  <a:pt x="380283" y="339688"/>
                </a:cubicBezTo>
                <a:cubicBezTo>
                  <a:pt x="256653" y="360262"/>
                  <a:pt x="165347" y="310241"/>
                  <a:pt x="56616" y="339688"/>
                </a:cubicBezTo>
                <a:cubicBezTo>
                  <a:pt x="23671" y="337053"/>
                  <a:pt x="-2731" y="310669"/>
                  <a:pt x="0" y="283072"/>
                </a:cubicBezTo>
                <a:cubicBezTo>
                  <a:pt x="-9030" y="209057"/>
                  <a:pt x="6277" y="145332"/>
                  <a:pt x="0" y="56616"/>
                </a:cubicBezTo>
                <a:close/>
              </a:path>
            </a:pathLst>
          </a:custGeom>
          <a:solidFill>
            <a:schemeClr val="accent4">
              <a:lumMod val="40000"/>
              <a:lumOff val="60000"/>
            </a:schemeClr>
          </a:solidFill>
          <a:ln>
            <a:extLst>
              <a:ext uri="{C807C97D-BFC1-408E-A445-0C87EB9F89A2}">
                <ask:lineSketchStyleProps xmlns:ask="http://schemas.microsoft.com/office/drawing/2018/sketchyshapes" sd="1712354505">
                  <a:prstGeom prst="round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/>
                </a:solidFill>
                <a:latin typeface="Ink Free" panose="03080402000500000000" pitchFamily="66" charset="0"/>
              </a:rPr>
              <a:t>c.4</a:t>
            </a:r>
            <a:endParaRPr lang="en-DE" sz="1100" dirty="0">
              <a:solidFill>
                <a:schemeClr val="tx1"/>
              </a:solidFill>
              <a:latin typeface="Ink Free" panose="03080402000500000000" pitchFamily="66" charset="0"/>
            </a:endParaRPr>
          </a:p>
        </p:txBody>
      </p:sp>
      <p:sp>
        <p:nvSpPr>
          <p:cNvPr id="153" name="Rectangle: Rounded Corners 152">
            <a:extLst>
              <a:ext uri="{FF2B5EF4-FFF2-40B4-BE49-F238E27FC236}">
                <a16:creationId xmlns:a16="http://schemas.microsoft.com/office/drawing/2014/main" id="{221B2406-22E0-C08D-EDB4-0F0BD2A4C90B}"/>
              </a:ext>
            </a:extLst>
          </p:cNvPr>
          <p:cNvSpPr/>
          <p:nvPr/>
        </p:nvSpPr>
        <p:spPr>
          <a:xfrm>
            <a:off x="6776179" y="5023326"/>
            <a:ext cx="1364522" cy="450080"/>
          </a:xfrm>
          <a:prstGeom prst="roundRect">
            <a:avLst/>
          </a:prstGeom>
          <a:solidFill>
            <a:srgbClr val="DCEAF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pic>
        <p:nvPicPr>
          <p:cNvPr id="154" name="Picture 153" descr="A cartoon of a person&#10;&#10;Description automatically generated">
            <a:extLst>
              <a:ext uri="{FF2B5EF4-FFF2-40B4-BE49-F238E27FC236}">
                <a16:creationId xmlns:a16="http://schemas.microsoft.com/office/drawing/2014/main" id="{57D02B48-2010-9C38-4201-A50248CC1E8A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027" t="1" r="18526" b="3353"/>
          <a:stretch/>
        </p:blipFill>
        <p:spPr>
          <a:xfrm>
            <a:off x="6822933" y="5105660"/>
            <a:ext cx="194166" cy="28241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</p:pic>
      <p:sp>
        <p:nvSpPr>
          <p:cNvPr id="155" name="Rectangle: Rounded Corners 154">
            <a:extLst>
              <a:ext uri="{FF2B5EF4-FFF2-40B4-BE49-F238E27FC236}">
                <a16:creationId xmlns:a16="http://schemas.microsoft.com/office/drawing/2014/main" id="{E4FE1E8B-A092-436D-E6EB-E23DEAC200B2}"/>
              </a:ext>
            </a:extLst>
          </p:cNvPr>
          <p:cNvSpPr/>
          <p:nvPr/>
        </p:nvSpPr>
        <p:spPr>
          <a:xfrm>
            <a:off x="8443770" y="5023326"/>
            <a:ext cx="1514468" cy="450080"/>
          </a:xfrm>
          <a:prstGeom prst="roundRect">
            <a:avLst/>
          </a:prstGeom>
          <a:solidFill>
            <a:srgbClr val="DCEAF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156" name="Rectangle: Rounded Corners 155">
            <a:extLst>
              <a:ext uri="{FF2B5EF4-FFF2-40B4-BE49-F238E27FC236}">
                <a16:creationId xmlns:a16="http://schemas.microsoft.com/office/drawing/2014/main" id="{8CD31390-A242-4C6F-F5DA-B77405A950DE}"/>
              </a:ext>
            </a:extLst>
          </p:cNvPr>
          <p:cNvSpPr/>
          <p:nvPr/>
        </p:nvSpPr>
        <p:spPr>
          <a:xfrm>
            <a:off x="10186034" y="5023326"/>
            <a:ext cx="1384141" cy="450080"/>
          </a:xfrm>
          <a:prstGeom prst="roundRect">
            <a:avLst/>
          </a:prstGeom>
          <a:solidFill>
            <a:srgbClr val="DCEAF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cxnSp>
        <p:nvCxnSpPr>
          <p:cNvPr id="157" name="Straight Connector 156">
            <a:extLst>
              <a:ext uri="{FF2B5EF4-FFF2-40B4-BE49-F238E27FC236}">
                <a16:creationId xmlns:a16="http://schemas.microsoft.com/office/drawing/2014/main" id="{86438C60-30A1-36F7-2831-1246486CFF8D}"/>
              </a:ext>
            </a:extLst>
          </p:cNvPr>
          <p:cNvCxnSpPr>
            <a:cxnSpLocks/>
          </p:cNvCxnSpPr>
          <p:nvPr/>
        </p:nvCxnSpPr>
        <p:spPr>
          <a:xfrm>
            <a:off x="7052591" y="5264121"/>
            <a:ext cx="4279459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8" name="Rectangle: Rounded Corners 157">
            <a:extLst>
              <a:ext uri="{FF2B5EF4-FFF2-40B4-BE49-F238E27FC236}">
                <a16:creationId xmlns:a16="http://schemas.microsoft.com/office/drawing/2014/main" id="{365AF8A1-3016-8081-4FF1-E5BE20FC9FE8}"/>
              </a:ext>
            </a:extLst>
          </p:cNvPr>
          <p:cNvSpPr/>
          <p:nvPr/>
        </p:nvSpPr>
        <p:spPr>
          <a:xfrm>
            <a:off x="7179591" y="5095222"/>
            <a:ext cx="757272" cy="339687"/>
          </a:xfrm>
          <a:custGeom>
            <a:avLst/>
            <a:gdLst>
              <a:gd name="connsiteX0" fmla="*/ 0 w 757272"/>
              <a:gd name="connsiteY0" fmla="*/ 56616 h 339687"/>
              <a:gd name="connsiteX1" fmla="*/ 56616 w 757272"/>
              <a:gd name="connsiteY1" fmla="*/ 0 h 339687"/>
              <a:gd name="connsiteX2" fmla="*/ 385076 w 757272"/>
              <a:gd name="connsiteY2" fmla="*/ 0 h 339687"/>
              <a:gd name="connsiteX3" fmla="*/ 700656 w 757272"/>
              <a:gd name="connsiteY3" fmla="*/ 0 h 339687"/>
              <a:gd name="connsiteX4" fmla="*/ 757272 w 757272"/>
              <a:gd name="connsiteY4" fmla="*/ 56616 h 339687"/>
              <a:gd name="connsiteX5" fmla="*/ 757272 w 757272"/>
              <a:gd name="connsiteY5" fmla="*/ 283071 h 339687"/>
              <a:gd name="connsiteX6" fmla="*/ 700656 w 757272"/>
              <a:gd name="connsiteY6" fmla="*/ 339687 h 339687"/>
              <a:gd name="connsiteX7" fmla="*/ 378636 w 757272"/>
              <a:gd name="connsiteY7" fmla="*/ 339687 h 339687"/>
              <a:gd name="connsiteX8" fmla="*/ 56616 w 757272"/>
              <a:gd name="connsiteY8" fmla="*/ 339687 h 339687"/>
              <a:gd name="connsiteX9" fmla="*/ 0 w 757272"/>
              <a:gd name="connsiteY9" fmla="*/ 283071 h 339687"/>
              <a:gd name="connsiteX10" fmla="*/ 0 w 757272"/>
              <a:gd name="connsiteY10" fmla="*/ 56616 h 3396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757272" h="339687" fill="none" extrusionOk="0">
                <a:moveTo>
                  <a:pt x="0" y="56616"/>
                </a:moveTo>
                <a:cubicBezTo>
                  <a:pt x="467" y="27258"/>
                  <a:pt x="22489" y="2345"/>
                  <a:pt x="56616" y="0"/>
                </a:cubicBezTo>
                <a:cubicBezTo>
                  <a:pt x="160404" y="-23343"/>
                  <a:pt x="288962" y="27472"/>
                  <a:pt x="385076" y="0"/>
                </a:cubicBezTo>
                <a:cubicBezTo>
                  <a:pt x="481190" y="-27472"/>
                  <a:pt x="550157" y="2657"/>
                  <a:pt x="700656" y="0"/>
                </a:cubicBezTo>
                <a:cubicBezTo>
                  <a:pt x="727134" y="308"/>
                  <a:pt x="756029" y="31718"/>
                  <a:pt x="757272" y="56616"/>
                </a:cubicBezTo>
                <a:cubicBezTo>
                  <a:pt x="783407" y="108747"/>
                  <a:pt x="735558" y="206012"/>
                  <a:pt x="757272" y="283071"/>
                </a:cubicBezTo>
                <a:cubicBezTo>
                  <a:pt x="757191" y="319891"/>
                  <a:pt x="731207" y="340712"/>
                  <a:pt x="700656" y="339687"/>
                </a:cubicBezTo>
                <a:cubicBezTo>
                  <a:pt x="545634" y="348104"/>
                  <a:pt x="535618" y="320069"/>
                  <a:pt x="378636" y="339687"/>
                </a:cubicBezTo>
                <a:cubicBezTo>
                  <a:pt x="221654" y="359305"/>
                  <a:pt x="205120" y="303809"/>
                  <a:pt x="56616" y="339687"/>
                </a:cubicBezTo>
                <a:cubicBezTo>
                  <a:pt x="24844" y="334596"/>
                  <a:pt x="8386" y="312625"/>
                  <a:pt x="0" y="283071"/>
                </a:cubicBezTo>
                <a:cubicBezTo>
                  <a:pt x="-14751" y="197304"/>
                  <a:pt x="4419" y="162955"/>
                  <a:pt x="0" y="56616"/>
                </a:cubicBezTo>
                <a:close/>
              </a:path>
              <a:path w="757272" h="339687" stroke="0" extrusionOk="0">
                <a:moveTo>
                  <a:pt x="0" y="56616"/>
                </a:moveTo>
                <a:cubicBezTo>
                  <a:pt x="-4865" y="23732"/>
                  <a:pt x="26154" y="2322"/>
                  <a:pt x="56616" y="0"/>
                </a:cubicBezTo>
                <a:cubicBezTo>
                  <a:pt x="177869" y="-24456"/>
                  <a:pt x="246836" y="34201"/>
                  <a:pt x="372196" y="0"/>
                </a:cubicBezTo>
                <a:cubicBezTo>
                  <a:pt x="497556" y="-34201"/>
                  <a:pt x="589904" y="25484"/>
                  <a:pt x="700656" y="0"/>
                </a:cubicBezTo>
                <a:cubicBezTo>
                  <a:pt x="729173" y="5010"/>
                  <a:pt x="754192" y="18541"/>
                  <a:pt x="757272" y="56616"/>
                </a:cubicBezTo>
                <a:cubicBezTo>
                  <a:pt x="767929" y="133064"/>
                  <a:pt x="753103" y="203415"/>
                  <a:pt x="757272" y="283071"/>
                </a:cubicBezTo>
                <a:cubicBezTo>
                  <a:pt x="752831" y="312013"/>
                  <a:pt x="730916" y="340481"/>
                  <a:pt x="700656" y="339687"/>
                </a:cubicBezTo>
                <a:cubicBezTo>
                  <a:pt x="639224" y="354260"/>
                  <a:pt x="509579" y="337419"/>
                  <a:pt x="397957" y="339687"/>
                </a:cubicBezTo>
                <a:cubicBezTo>
                  <a:pt x="286335" y="341955"/>
                  <a:pt x="161009" y="317716"/>
                  <a:pt x="56616" y="339687"/>
                </a:cubicBezTo>
                <a:cubicBezTo>
                  <a:pt x="21676" y="334968"/>
                  <a:pt x="-2729" y="315107"/>
                  <a:pt x="0" y="283071"/>
                </a:cubicBezTo>
                <a:cubicBezTo>
                  <a:pt x="-7177" y="232046"/>
                  <a:pt x="13919" y="132116"/>
                  <a:pt x="0" y="56616"/>
                </a:cubicBezTo>
                <a:close/>
              </a:path>
            </a:pathLst>
          </a:custGeom>
          <a:solidFill>
            <a:srgbClr val="D9F2D0"/>
          </a:solidFill>
          <a:ln>
            <a:extLst>
              <a:ext uri="{C807C97D-BFC1-408E-A445-0C87EB9F89A2}">
                <ask:lineSketchStyleProps xmlns:ask="http://schemas.microsoft.com/office/drawing/2018/sketchyshapes" sd="3896661861">
                  <a:prstGeom prst="round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/>
                </a:solidFill>
                <a:latin typeface="Ink Free" panose="03080402000500000000" pitchFamily="66" charset="0"/>
              </a:rPr>
              <a:t>diagnosis</a:t>
            </a:r>
            <a:endParaRPr lang="en-DE" dirty="0">
              <a:solidFill>
                <a:schemeClr val="tx1"/>
              </a:solidFill>
              <a:latin typeface="Ink Free" panose="03080402000500000000" pitchFamily="66" charset="0"/>
            </a:endParaRPr>
          </a:p>
        </p:txBody>
      </p:sp>
      <p:sp>
        <p:nvSpPr>
          <p:cNvPr id="160" name="Rectangle: Rounded Corners 159">
            <a:extLst>
              <a:ext uri="{FF2B5EF4-FFF2-40B4-BE49-F238E27FC236}">
                <a16:creationId xmlns:a16="http://schemas.microsoft.com/office/drawing/2014/main" id="{67DF571E-2E96-C860-CA83-083E3A8D6494}"/>
              </a:ext>
            </a:extLst>
          </p:cNvPr>
          <p:cNvSpPr/>
          <p:nvPr/>
        </p:nvSpPr>
        <p:spPr>
          <a:xfrm>
            <a:off x="8877210" y="5100862"/>
            <a:ext cx="436899" cy="339688"/>
          </a:xfrm>
          <a:custGeom>
            <a:avLst/>
            <a:gdLst>
              <a:gd name="connsiteX0" fmla="*/ 0 w 436899"/>
              <a:gd name="connsiteY0" fmla="*/ 56616 h 339688"/>
              <a:gd name="connsiteX1" fmla="*/ 56616 w 436899"/>
              <a:gd name="connsiteY1" fmla="*/ 0 h 339688"/>
              <a:gd name="connsiteX2" fmla="*/ 380283 w 436899"/>
              <a:gd name="connsiteY2" fmla="*/ 0 h 339688"/>
              <a:gd name="connsiteX3" fmla="*/ 436899 w 436899"/>
              <a:gd name="connsiteY3" fmla="*/ 56616 h 339688"/>
              <a:gd name="connsiteX4" fmla="*/ 436899 w 436899"/>
              <a:gd name="connsiteY4" fmla="*/ 283072 h 339688"/>
              <a:gd name="connsiteX5" fmla="*/ 380283 w 436899"/>
              <a:gd name="connsiteY5" fmla="*/ 339688 h 339688"/>
              <a:gd name="connsiteX6" fmla="*/ 56616 w 436899"/>
              <a:gd name="connsiteY6" fmla="*/ 339688 h 339688"/>
              <a:gd name="connsiteX7" fmla="*/ 0 w 436899"/>
              <a:gd name="connsiteY7" fmla="*/ 283072 h 339688"/>
              <a:gd name="connsiteX8" fmla="*/ 0 w 436899"/>
              <a:gd name="connsiteY8" fmla="*/ 56616 h 3396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36899" h="339688" fill="none" extrusionOk="0">
                <a:moveTo>
                  <a:pt x="0" y="56616"/>
                </a:moveTo>
                <a:cubicBezTo>
                  <a:pt x="7398" y="23935"/>
                  <a:pt x="23991" y="4153"/>
                  <a:pt x="56616" y="0"/>
                </a:cubicBezTo>
                <a:cubicBezTo>
                  <a:pt x="188186" y="-10036"/>
                  <a:pt x="253028" y="15879"/>
                  <a:pt x="380283" y="0"/>
                </a:cubicBezTo>
                <a:cubicBezTo>
                  <a:pt x="407114" y="-2678"/>
                  <a:pt x="440631" y="18208"/>
                  <a:pt x="436899" y="56616"/>
                </a:cubicBezTo>
                <a:cubicBezTo>
                  <a:pt x="452533" y="133641"/>
                  <a:pt x="423196" y="173156"/>
                  <a:pt x="436899" y="283072"/>
                </a:cubicBezTo>
                <a:cubicBezTo>
                  <a:pt x="435945" y="314060"/>
                  <a:pt x="413630" y="342022"/>
                  <a:pt x="380283" y="339688"/>
                </a:cubicBezTo>
                <a:cubicBezTo>
                  <a:pt x="228784" y="347895"/>
                  <a:pt x="200098" y="303750"/>
                  <a:pt x="56616" y="339688"/>
                </a:cubicBezTo>
                <a:cubicBezTo>
                  <a:pt x="29591" y="340651"/>
                  <a:pt x="-440" y="313612"/>
                  <a:pt x="0" y="283072"/>
                </a:cubicBezTo>
                <a:cubicBezTo>
                  <a:pt x="-25707" y="171411"/>
                  <a:pt x="21278" y="120561"/>
                  <a:pt x="0" y="56616"/>
                </a:cubicBezTo>
                <a:close/>
              </a:path>
              <a:path w="436899" h="339688" stroke="0" extrusionOk="0">
                <a:moveTo>
                  <a:pt x="0" y="56616"/>
                </a:moveTo>
                <a:cubicBezTo>
                  <a:pt x="918" y="16607"/>
                  <a:pt x="22765" y="832"/>
                  <a:pt x="56616" y="0"/>
                </a:cubicBezTo>
                <a:cubicBezTo>
                  <a:pt x="130359" y="-30683"/>
                  <a:pt x="286012" y="25457"/>
                  <a:pt x="380283" y="0"/>
                </a:cubicBezTo>
                <a:cubicBezTo>
                  <a:pt x="417415" y="-3793"/>
                  <a:pt x="435907" y="27640"/>
                  <a:pt x="436899" y="56616"/>
                </a:cubicBezTo>
                <a:cubicBezTo>
                  <a:pt x="437395" y="140893"/>
                  <a:pt x="418903" y="174208"/>
                  <a:pt x="436899" y="283072"/>
                </a:cubicBezTo>
                <a:cubicBezTo>
                  <a:pt x="440236" y="313742"/>
                  <a:pt x="411518" y="334974"/>
                  <a:pt x="380283" y="339688"/>
                </a:cubicBezTo>
                <a:cubicBezTo>
                  <a:pt x="256653" y="360262"/>
                  <a:pt x="165347" y="310241"/>
                  <a:pt x="56616" y="339688"/>
                </a:cubicBezTo>
                <a:cubicBezTo>
                  <a:pt x="23671" y="337053"/>
                  <a:pt x="-2731" y="310669"/>
                  <a:pt x="0" y="283072"/>
                </a:cubicBezTo>
                <a:cubicBezTo>
                  <a:pt x="-9030" y="209057"/>
                  <a:pt x="6277" y="145332"/>
                  <a:pt x="0" y="56616"/>
                </a:cubicBezTo>
                <a:close/>
              </a:path>
            </a:pathLst>
          </a:custGeom>
          <a:solidFill>
            <a:schemeClr val="accent4">
              <a:lumMod val="40000"/>
              <a:lumOff val="60000"/>
            </a:schemeClr>
          </a:solidFill>
          <a:ln>
            <a:extLst>
              <a:ext uri="{C807C97D-BFC1-408E-A445-0C87EB9F89A2}">
                <ask:lineSketchStyleProps xmlns:ask="http://schemas.microsoft.com/office/drawing/2018/sketchyshapes" sd="1712354505">
                  <a:prstGeom prst="round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/>
                </a:solidFill>
                <a:latin typeface="Ink Free" panose="03080402000500000000" pitchFamily="66" charset="0"/>
              </a:rPr>
              <a:t>c.2</a:t>
            </a:r>
            <a:endParaRPr lang="en-DE" sz="1100" dirty="0">
              <a:solidFill>
                <a:schemeClr val="tx1"/>
              </a:solidFill>
              <a:latin typeface="Ink Free" panose="03080402000500000000" pitchFamily="66" charset="0"/>
            </a:endParaRPr>
          </a:p>
        </p:txBody>
      </p:sp>
      <p:sp>
        <p:nvSpPr>
          <p:cNvPr id="161" name="Rectangle: Rounded Corners 160">
            <a:extLst>
              <a:ext uri="{FF2B5EF4-FFF2-40B4-BE49-F238E27FC236}">
                <a16:creationId xmlns:a16="http://schemas.microsoft.com/office/drawing/2014/main" id="{98A75E19-D35C-79FA-B089-292738B3E953}"/>
              </a:ext>
            </a:extLst>
          </p:cNvPr>
          <p:cNvSpPr/>
          <p:nvPr/>
        </p:nvSpPr>
        <p:spPr>
          <a:xfrm>
            <a:off x="10986641" y="5073873"/>
            <a:ext cx="527679" cy="339688"/>
          </a:xfrm>
          <a:custGeom>
            <a:avLst/>
            <a:gdLst>
              <a:gd name="connsiteX0" fmla="*/ 0 w 527679"/>
              <a:gd name="connsiteY0" fmla="*/ 56616 h 339688"/>
              <a:gd name="connsiteX1" fmla="*/ 56616 w 527679"/>
              <a:gd name="connsiteY1" fmla="*/ 0 h 339688"/>
              <a:gd name="connsiteX2" fmla="*/ 471063 w 527679"/>
              <a:gd name="connsiteY2" fmla="*/ 0 h 339688"/>
              <a:gd name="connsiteX3" fmla="*/ 527679 w 527679"/>
              <a:gd name="connsiteY3" fmla="*/ 56616 h 339688"/>
              <a:gd name="connsiteX4" fmla="*/ 527679 w 527679"/>
              <a:gd name="connsiteY4" fmla="*/ 283072 h 339688"/>
              <a:gd name="connsiteX5" fmla="*/ 471063 w 527679"/>
              <a:gd name="connsiteY5" fmla="*/ 339688 h 339688"/>
              <a:gd name="connsiteX6" fmla="*/ 56616 w 527679"/>
              <a:gd name="connsiteY6" fmla="*/ 339688 h 339688"/>
              <a:gd name="connsiteX7" fmla="*/ 0 w 527679"/>
              <a:gd name="connsiteY7" fmla="*/ 283072 h 339688"/>
              <a:gd name="connsiteX8" fmla="*/ 0 w 527679"/>
              <a:gd name="connsiteY8" fmla="*/ 56616 h 3396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27679" h="339688" fill="none" extrusionOk="0">
                <a:moveTo>
                  <a:pt x="0" y="56616"/>
                </a:moveTo>
                <a:cubicBezTo>
                  <a:pt x="7398" y="23935"/>
                  <a:pt x="23991" y="4153"/>
                  <a:pt x="56616" y="0"/>
                </a:cubicBezTo>
                <a:cubicBezTo>
                  <a:pt x="175995" y="-9223"/>
                  <a:pt x="286770" y="47413"/>
                  <a:pt x="471063" y="0"/>
                </a:cubicBezTo>
                <a:cubicBezTo>
                  <a:pt x="497894" y="-2678"/>
                  <a:pt x="531411" y="18208"/>
                  <a:pt x="527679" y="56616"/>
                </a:cubicBezTo>
                <a:cubicBezTo>
                  <a:pt x="543313" y="133641"/>
                  <a:pt x="513976" y="173156"/>
                  <a:pt x="527679" y="283072"/>
                </a:cubicBezTo>
                <a:cubicBezTo>
                  <a:pt x="526725" y="314060"/>
                  <a:pt x="504410" y="342022"/>
                  <a:pt x="471063" y="339688"/>
                </a:cubicBezTo>
                <a:cubicBezTo>
                  <a:pt x="361076" y="386899"/>
                  <a:pt x="220817" y="303013"/>
                  <a:pt x="56616" y="339688"/>
                </a:cubicBezTo>
                <a:cubicBezTo>
                  <a:pt x="29591" y="340651"/>
                  <a:pt x="-440" y="313612"/>
                  <a:pt x="0" y="283072"/>
                </a:cubicBezTo>
                <a:cubicBezTo>
                  <a:pt x="-25707" y="171411"/>
                  <a:pt x="21278" y="120561"/>
                  <a:pt x="0" y="56616"/>
                </a:cubicBezTo>
                <a:close/>
              </a:path>
              <a:path w="527679" h="339688" stroke="0" extrusionOk="0">
                <a:moveTo>
                  <a:pt x="0" y="56616"/>
                </a:moveTo>
                <a:cubicBezTo>
                  <a:pt x="918" y="16607"/>
                  <a:pt x="22765" y="832"/>
                  <a:pt x="56616" y="0"/>
                </a:cubicBezTo>
                <a:cubicBezTo>
                  <a:pt x="195148" y="-45523"/>
                  <a:pt x="284360" y="45509"/>
                  <a:pt x="471063" y="0"/>
                </a:cubicBezTo>
                <a:cubicBezTo>
                  <a:pt x="508195" y="-3793"/>
                  <a:pt x="526687" y="27640"/>
                  <a:pt x="527679" y="56616"/>
                </a:cubicBezTo>
                <a:cubicBezTo>
                  <a:pt x="528175" y="140893"/>
                  <a:pt x="509683" y="174208"/>
                  <a:pt x="527679" y="283072"/>
                </a:cubicBezTo>
                <a:cubicBezTo>
                  <a:pt x="531016" y="313742"/>
                  <a:pt x="502298" y="334974"/>
                  <a:pt x="471063" y="339688"/>
                </a:cubicBezTo>
                <a:cubicBezTo>
                  <a:pt x="341522" y="367193"/>
                  <a:pt x="258597" y="331324"/>
                  <a:pt x="56616" y="339688"/>
                </a:cubicBezTo>
                <a:cubicBezTo>
                  <a:pt x="23671" y="337053"/>
                  <a:pt x="-2731" y="310669"/>
                  <a:pt x="0" y="283072"/>
                </a:cubicBezTo>
                <a:cubicBezTo>
                  <a:pt x="-9030" y="209057"/>
                  <a:pt x="6277" y="145332"/>
                  <a:pt x="0" y="56616"/>
                </a:cubicBezTo>
                <a:close/>
              </a:path>
            </a:pathLst>
          </a:custGeom>
          <a:solidFill>
            <a:schemeClr val="accent4">
              <a:lumMod val="40000"/>
              <a:lumOff val="60000"/>
            </a:schemeClr>
          </a:solidFill>
          <a:ln>
            <a:extLst>
              <a:ext uri="{C807C97D-BFC1-408E-A445-0C87EB9F89A2}">
                <ask:lineSketchStyleProps xmlns:ask="http://schemas.microsoft.com/office/drawing/2018/sketchyshapes" sd="1712354505">
                  <a:prstGeom prst="round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Ink Free" panose="03080402000500000000" pitchFamily="66" charset="0"/>
              </a:rPr>
              <a:t>c.30</a:t>
            </a:r>
            <a:endParaRPr lang="en-DE" sz="1200" dirty="0">
              <a:solidFill>
                <a:schemeClr val="tx1"/>
              </a:solidFill>
              <a:latin typeface="Ink Free" panose="03080402000500000000" pitchFamily="66" charset="0"/>
            </a:endParaRPr>
          </a:p>
        </p:txBody>
      </p:sp>
      <p:sp>
        <p:nvSpPr>
          <p:cNvPr id="163" name="Rectangle: Rounded Corners 162">
            <a:extLst>
              <a:ext uri="{FF2B5EF4-FFF2-40B4-BE49-F238E27FC236}">
                <a16:creationId xmlns:a16="http://schemas.microsoft.com/office/drawing/2014/main" id="{F340770C-C088-D412-7028-7A73E0F03D33}"/>
              </a:ext>
            </a:extLst>
          </p:cNvPr>
          <p:cNvSpPr/>
          <p:nvPr/>
        </p:nvSpPr>
        <p:spPr>
          <a:xfrm>
            <a:off x="9426506" y="5100862"/>
            <a:ext cx="436899" cy="339688"/>
          </a:xfrm>
          <a:custGeom>
            <a:avLst/>
            <a:gdLst>
              <a:gd name="connsiteX0" fmla="*/ 0 w 436899"/>
              <a:gd name="connsiteY0" fmla="*/ 56616 h 339688"/>
              <a:gd name="connsiteX1" fmla="*/ 56616 w 436899"/>
              <a:gd name="connsiteY1" fmla="*/ 0 h 339688"/>
              <a:gd name="connsiteX2" fmla="*/ 380283 w 436899"/>
              <a:gd name="connsiteY2" fmla="*/ 0 h 339688"/>
              <a:gd name="connsiteX3" fmla="*/ 436899 w 436899"/>
              <a:gd name="connsiteY3" fmla="*/ 56616 h 339688"/>
              <a:gd name="connsiteX4" fmla="*/ 436899 w 436899"/>
              <a:gd name="connsiteY4" fmla="*/ 283072 h 339688"/>
              <a:gd name="connsiteX5" fmla="*/ 380283 w 436899"/>
              <a:gd name="connsiteY5" fmla="*/ 339688 h 339688"/>
              <a:gd name="connsiteX6" fmla="*/ 56616 w 436899"/>
              <a:gd name="connsiteY6" fmla="*/ 339688 h 339688"/>
              <a:gd name="connsiteX7" fmla="*/ 0 w 436899"/>
              <a:gd name="connsiteY7" fmla="*/ 283072 h 339688"/>
              <a:gd name="connsiteX8" fmla="*/ 0 w 436899"/>
              <a:gd name="connsiteY8" fmla="*/ 56616 h 3396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36899" h="339688" fill="none" extrusionOk="0">
                <a:moveTo>
                  <a:pt x="0" y="56616"/>
                </a:moveTo>
                <a:cubicBezTo>
                  <a:pt x="7398" y="23935"/>
                  <a:pt x="23991" y="4153"/>
                  <a:pt x="56616" y="0"/>
                </a:cubicBezTo>
                <a:cubicBezTo>
                  <a:pt x="188186" y="-10036"/>
                  <a:pt x="253028" y="15879"/>
                  <a:pt x="380283" y="0"/>
                </a:cubicBezTo>
                <a:cubicBezTo>
                  <a:pt x="407114" y="-2678"/>
                  <a:pt x="440631" y="18208"/>
                  <a:pt x="436899" y="56616"/>
                </a:cubicBezTo>
                <a:cubicBezTo>
                  <a:pt x="452533" y="133641"/>
                  <a:pt x="423196" y="173156"/>
                  <a:pt x="436899" y="283072"/>
                </a:cubicBezTo>
                <a:cubicBezTo>
                  <a:pt x="435945" y="314060"/>
                  <a:pt x="413630" y="342022"/>
                  <a:pt x="380283" y="339688"/>
                </a:cubicBezTo>
                <a:cubicBezTo>
                  <a:pt x="228784" y="347895"/>
                  <a:pt x="200098" y="303750"/>
                  <a:pt x="56616" y="339688"/>
                </a:cubicBezTo>
                <a:cubicBezTo>
                  <a:pt x="29591" y="340651"/>
                  <a:pt x="-440" y="313612"/>
                  <a:pt x="0" y="283072"/>
                </a:cubicBezTo>
                <a:cubicBezTo>
                  <a:pt x="-25707" y="171411"/>
                  <a:pt x="21278" y="120561"/>
                  <a:pt x="0" y="56616"/>
                </a:cubicBezTo>
                <a:close/>
              </a:path>
              <a:path w="436899" h="339688" stroke="0" extrusionOk="0">
                <a:moveTo>
                  <a:pt x="0" y="56616"/>
                </a:moveTo>
                <a:cubicBezTo>
                  <a:pt x="918" y="16607"/>
                  <a:pt x="22765" y="832"/>
                  <a:pt x="56616" y="0"/>
                </a:cubicBezTo>
                <a:cubicBezTo>
                  <a:pt x="130359" y="-30683"/>
                  <a:pt x="286012" y="25457"/>
                  <a:pt x="380283" y="0"/>
                </a:cubicBezTo>
                <a:cubicBezTo>
                  <a:pt x="417415" y="-3793"/>
                  <a:pt x="435907" y="27640"/>
                  <a:pt x="436899" y="56616"/>
                </a:cubicBezTo>
                <a:cubicBezTo>
                  <a:pt x="437395" y="140893"/>
                  <a:pt x="418903" y="174208"/>
                  <a:pt x="436899" y="283072"/>
                </a:cubicBezTo>
                <a:cubicBezTo>
                  <a:pt x="440236" y="313742"/>
                  <a:pt x="411518" y="334974"/>
                  <a:pt x="380283" y="339688"/>
                </a:cubicBezTo>
                <a:cubicBezTo>
                  <a:pt x="256653" y="360262"/>
                  <a:pt x="165347" y="310241"/>
                  <a:pt x="56616" y="339688"/>
                </a:cubicBezTo>
                <a:cubicBezTo>
                  <a:pt x="23671" y="337053"/>
                  <a:pt x="-2731" y="310669"/>
                  <a:pt x="0" y="283072"/>
                </a:cubicBezTo>
                <a:cubicBezTo>
                  <a:pt x="-9030" y="209057"/>
                  <a:pt x="6277" y="145332"/>
                  <a:pt x="0" y="56616"/>
                </a:cubicBezTo>
                <a:close/>
              </a:path>
            </a:pathLst>
          </a:custGeom>
          <a:solidFill>
            <a:schemeClr val="accent4">
              <a:lumMod val="40000"/>
              <a:lumOff val="60000"/>
            </a:schemeClr>
          </a:solidFill>
          <a:ln>
            <a:extLst>
              <a:ext uri="{C807C97D-BFC1-408E-A445-0C87EB9F89A2}">
                <ask:lineSketchStyleProps xmlns:ask="http://schemas.microsoft.com/office/drawing/2018/sketchyshapes" sd="1712354505">
                  <a:prstGeom prst="round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/>
                </a:solidFill>
                <a:latin typeface="Ink Free" panose="03080402000500000000" pitchFamily="66" charset="0"/>
              </a:rPr>
              <a:t>c.4</a:t>
            </a:r>
            <a:endParaRPr lang="en-DE" sz="1100" dirty="0">
              <a:solidFill>
                <a:schemeClr val="tx1"/>
              </a:solidFill>
              <a:latin typeface="Ink Free" panose="03080402000500000000" pitchFamily="66" charset="0"/>
            </a:endParaRPr>
          </a:p>
        </p:txBody>
      </p:sp>
      <p:sp>
        <p:nvSpPr>
          <p:cNvPr id="165" name="Rectangle: Rounded Corners 164">
            <a:extLst>
              <a:ext uri="{FF2B5EF4-FFF2-40B4-BE49-F238E27FC236}">
                <a16:creationId xmlns:a16="http://schemas.microsoft.com/office/drawing/2014/main" id="{6215D6FE-DDA0-1788-9B50-4F4641EB298A}"/>
              </a:ext>
            </a:extLst>
          </p:cNvPr>
          <p:cNvSpPr/>
          <p:nvPr/>
        </p:nvSpPr>
        <p:spPr>
          <a:xfrm>
            <a:off x="6776179" y="5514605"/>
            <a:ext cx="1364522" cy="450080"/>
          </a:xfrm>
          <a:prstGeom prst="roundRect">
            <a:avLst/>
          </a:prstGeom>
          <a:solidFill>
            <a:srgbClr val="DCEAF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pic>
        <p:nvPicPr>
          <p:cNvPr id="166" name="Picture 165" descr="A cartoon of a person&#10;&#10;Description automatically generated">
            <a:extLst>
              <a:ext uri="{FF2B5EF4-FFF2-40B4-BE49-F238E27FC236}">
                <a16:creationId xmlns:a16="http://schemas.microsoft.com/office/drawing/2014/main" id="{3C8FA882-4768-5C3F-9538-4A19EBE0A9F1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027" t="1" r="18526" b="3353"/>
          <a:stretch/>
        </p:blipFill>
        <p:spPr>
          <a:xfrm>
            <a:off x="6822933" y="5596939"/>
            <a:ext cx="194166" cy="28241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</p:pic>
      <p:sp>
        <p:nvSpPr>
          <p:cNvPr id="167" name="Rectangle: Rounded Corners 166">
            <a:extLst>
              <a:ext uri="{FF2B5EF4-FFF2-40B4-BE49-F238E27FC236}">
                <a16:creationId xmlns:a16="http://schemas.microsoft.com/office/drawing/2014/main" id="{9CB109A4-67B5-9BEE-3988-63E10C946B77}"/>
              </a:ext>
            </a:extLst>
          </p:cNvPr>
          <p:cNvSpPr/>
          <p:nvPr/>
        </p:nvSpPr>
        <p:spPr>
          <a:xfrm>
            <a:off x="8443770" y="5514605"/>
            <a:ext cx="1514468" cy="450080"/>
          </a:xfrm>
          <a:prstGeom prst="roundRect">
            <a:avLst/>
          </a:prstGeom>
          <a:solidFill>
            <a:srgbClr val="DCEAF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168" name="Rectangle: Rounded Corners 167">
            <a:extLst>
              <a:ext uri="{FF2B5EF4-FFF2-40B4-BE49-F238E27FC236}">
                <a16:creationId xmlns:a16="http://schemas.microsoft.com/office/drawing/2014/main" id="{CD5A745C-1FAE-7075-1DD9-82B98CE7871D}"/>
              </a:ext>
            </a:extLst>
          </p:cNvPr>
          <p:cNvSpPr/>
          <p:nvPr/>
        </p:nvSpPr>
        <p:spPr>
          <a:xfrm>
            <a:off x="10186034" y="5514605"/>
            <a:ext cx="1384141" cy="450080"/>
          </a:xfrm>
          <a:prstGeom prst="roundRect">
            <a:avLst/>
          </a:prstGeom>
          <a:solidFill>
            <a:srgbClr val="DCEAF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cxnSp>
        <p:nvCxnSpPr>
          <p:cNvPr id="169" name="Straight Connector 168">
            <a:extLst>
              <a:ext uri="{FF2B5EF4-FFF2-40B4-BE49-F238E27FC236}">
                <a16:creationId xmlns:a16="http://schemas.microsoft.com/office/drawing/2014/main" id="{60F04B1A-AFF5-F39C-B4E3-8AA88A2532C1}"/>
              </a:ext>
            </a:extLst>
          </p:cNvPr>
          <p:cNvCxnSpPr>
            <a:cxnSpLocks/>
          </p:cNvCxnSpPr>
          <p:nvPr/>
        </p:nvCxnSpPr>
        <p:spPr>
          <a:xfrm>
            <a:off x="7052591" y="5755400"/>
            <a:ext cx="4279459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0" name="Rectangle: Rounded Corners 169">
            <a:extLst>
              <a:ext uri="{FF2B5EF4-FFF2-40B4-BE49-F238E27FC236}">
                <a16:creationId xmlns:a16="http://schemas.microsoft.com/office/drawing/2014/main" id="{1EA8687A-E027-0EFF-1693-6FAFBA9B7909}"/>
              </a:ext>
            </a:extLst>
          </p:cNvPr>
          <p:cNvSpPr/>
          <p:nvPr/>
        </p:nvSpPr>
        <p:spPr>
          <a:xfrm>
            <a:off x="7179591" y="5586501"/>
            <a:ext cx="757272" cy="339687"/>
          </a:xfrm>
          <a:custGeom>
            <a:avLst/>
            <a:gdLst>
              <a:gd name="connsiteX0" fmla="*/ 0 w 757272"/>
              <a:gd name="connsiteY0" fmla="*/ 56616 h 339687"/>
              <a:gd name="connsiteX1" fmla="*/ 56616 w 757272"/>
              <a:gd name="connsiteY1" fmla="*/ 0 h 339687"/>
              <a:gd name="connsiteX2" fmla="*/ 385076 w 757272"/>
              <a:gd name="connsiteY2" fmla="*/ 0 h 339687"/>
              <a:gd name="connsiteX3" fmla="*/ 700656 w 757272"/>
              <a:gd name="connsiteY3" fmla="*/ 0 h 339687"/>
              <a:gd name="connsiteX4" fmla="*/ 757272 w 757272"/>
              <a:gd name="connsiteY4" fmla="*/ 56616 h 339687"/>
              <a:gd name="connsiteX5" fmla="*/ 757272 w 757272"/>
              <a:gd name="connsiteY5" fmla="*/ 283071 h 339687"/>
              <a:gd name="connsiteX6" fmla="*/ 700656 w 757272"/>
              <a:gd name="connsiteY6" fmla="*/ 339687 h 339687"/>
              <a:gd name="connsiteX7" fmla="*/ 378636 w 757272"/>
              <a:gd name="connsiteY7" fmla="*/ 339687 h 339687"/>
              <a:gd name="connsiteX8" fmla="*/ 56616 w 757272"/>
              <a:gd name="connsiteY8" fmla="*/ 339687 h 339687"/>
              <a:gd name="connsiteX9" fmla="*/ 0 w 757272"/>
              <a:gd name="connsiteY9" fmla="*/ 283071 h 339687"/>
              <a:gd name="connsiteX10" fmla="*/ 0 w 757272"/>
              <a:gd name="connsiteY10" fmla="*/ 56616 h 3396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757272" h="339687" fill="none" extrusionOk="0">
                <a:moveTo>
                  <a:pt x="0" y="56616"/>
                </a:moveTo>
                <a:cubicBezTo>
                  <a:pt x="467" y="27258"/>
                  <a:pt x="22489" y="2345"/>
                  <a:pt x="56616" y="0"/>
                </a:cubicBezTo>
                <a:cubicBezTo>
                  <a:pt x="160404" y="-23343"/>
                  <a:pt x="288962" y="27472"/>
                  <a:pt x="385076" y="0"/>
                </a:cubicBezTo>
                <a:cubicBezTo>
                  <a:pt x="481190" y="-27472"/>
                  <a:pt x="550157" y="2657"/>
                  <a:pt x="700656" y="0"/>
                </a:cubicBezTo>
                <a:cubicBezTo>
                  <a:pt x="727134" y="308"/>
                  <a:pt x="756029" y="31718"/>
                  <a:pt x="757272" y="56616"/>
                </a:cubicBezTo>
                <a:cubicBezTo>
                  <a:pt x="783407" y="108747"/>
                  <a:pt x="735558" y="206012"/>
                  <a:pt x="757272" y="283071"/>
                </a:cubicBezTo>
                <a:cubicBezTo>
                  <a:pt x="757191" y="319891"/>
                  <a:pt x="731207" y="340712"/>
                  <a:pt x="700656" y="339687"/>
                </a:cubicBezTo>
                <a:cubicBezTo>
                  <a:pt x="545634" y="348104"/>
                  <a:pt x="535618" y="320069"/>
                  <a:pt x="378636" y="339687"/>
                </a:cubicBezTo>
                <a:cubicBezTo>
                  <a:pt x="221654" y="359305"/>
                  <a:pt x="205120" y="303809"/>
                  <a:pt x="56616" y="339687"/>
                </a:cubicBezTo>
                <a:cubicBezTo>
                  <a:pt x="24844" y="334596"/>
                  <a:pt x="8386" y="312625"/>
                  <a:pt x="0" y="283071"/>
                </a:cubicBezTo>
                <a:cubicBezTo>
                  <a:pt x="-14751" y="197304"/>
                  <a:pt x="4419" y="162955"/>
                  <a:pt x="0" y="56616"/>
                </a:cubicBezTo>
                <a:close/>
              </a:path>
              <a:path w="757272" h="339687" stroke="0" extrusionOk="0">
                <a:moveTo>
                  <a:pt x="0" y="56616"/>
                </a:moveTo>
                <a:cubicBezTo>
                  <a:pt x="-4865" y="23732"/>
                  <a:pt x="26154" y="2322"/>
                  <a:pt x="56616" y="0"/>
                </a:cubicBezTo>
                <a:cubicBezTo>
                  <a:pt x="177869" y="-24456"/>
                  <a:pt x="246836" y="34201"/>
                  <a:pt x="372196" y="0"/>
                </a:cubicBezTo>
                <a:cubicBezTo>
                  <a:pt x="497556" y="-34201"/>
                  <a:pt x="589904" y="25484"/>
                  <a:pt x="700656" y="0"/>
                </a:cubicBezTo>
                <a:cubicBezTo>
                  <a:pt x="729173" y="5010"/>
                  <a:pt x="754192" y="18541"/>
                  <a:pt x="757272" y="56616"/>
                </a:cubicBezTo>
                <a:cubicBezTo>
                  <a:pt x="767929" y="133064"/>
                  <a:pt x="753103" y="203415"/>
                  <a:pt x="757272" y="283071"/>
                </a:cubicBezTo>
                <a:cubicBezTo>
                  <a:pt x="752831" y="312013"/>
                  <a:pt x="730916" y="340481"/>
                  <a:pt x="700656" y="339687"/>
                </a:cubicBezTo>
                <a:cubicBezTo>
                  <a:pt x="639224" y="354260"/>
                  <a:pt x="509579" y="337419"/>
                  <a:pt x="397957" y="339687"/>
                </a:cubicBezTo>
                <a:cubicBezTo>
                  <a:pt x="286335" y="341955"/>
                  <a:pt x="161009" y="317716"/>
                  <a:pt x="56616" y="339687"/>
                </a:cubicBezTo>
                <a:cubicBezTo>
                  <a:pt x="21676" y="334968"/>
                  <a:pt x="-2729" y="315107"/>
                  <a:pt x="0" y="283071"/>
                </a:cubicBezTo>
                <a:cubicBezTo>
                  <a:pt x="-7177" y="232046"/>
                  <a:pt x="13919" y="132116"/>
                  <a:pt x="0" y="56616"/>
                </a:cubicBezTo>
                <a:close/>
              </a:path>
            </a:pathLst>
          </a:custGeom>
          <a:solidFill>
            <a:srgbClr val="D9F2D0"/>
          </a:solidFill>
          <a:ln>
            <a:extLst>
              <a:ext uri="{C807C97D-BFC1-408E-A445-0C87EB9F89A2}">
                <ask:lineSketchStyleProps xmlns:ask="http://schemas.microsoft.com/office/drawing/2018/sketchyshapes" sd="3896661861">
                  <a:prstGeom prst="round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/>
                </a:solidFill>
                <a:latin typeface="Ink Free" panose="03080402000500000000" pitchFamily="66" charset="0"/>
              </a:rPr>
              <a:t>diagnosis</a:t>
            </a:r>
            <a:endParaRPr lang="en-DE" dirty="0">
              <a:solidFill>
                <a:schemeClr val="tx1"/>
              </a:solidFill>
              <a:latin typeface="Ink Free" panose="03080402000500000000" pitchFamily="66" charset="0"/>
            </a:endParaRPr>
          </a:p>
        </p:txBody>
      </p:sp>
      <p:sp>
        <p:nvSpPr>
          <p:cNvPr id="172" name="Rectangle: Rounded Corners 171">
            <a:extLst>
              <a:ext uri="{FF2B5EF4-FFF2-40B4-BE49-F238E27FC236}">
                <a16:creationId xmlns:a16="http://schemas.microsoft.com/office/drawing/2014/main" id="{04DBD073-6981-6BE1-678A-03CEA72346BD}"/>
              </a:ext>
            </a:extLst>
          </p:cNvPr>
          <p:cNvSpPr/>
          <p:nvPr/>
        </p:nvSpPr>
        <p:spPr>
          <a:xfrm>
            <a:off x="8877210" y="5592141"/>
            <a:ext cx="436899" cy="339688"/>
          </a:xfrm>
          <a:custGeom>
            <a:avLst/>
            <a:gdLst>
              <a:gd name="connsiteX0" fmla="*/ 0 w 436899"/>
              <a:gd name="connsiteY0" fmla="*/ 56616 h 339688"/>
              <a:gd name="connsiteX1" fmla="*/ 56616 w 436899"/>
              <a:gd name="connsiteY1" fmla="*/ 0 h 339688"/>
              <a:gd name="connsiteX2" fmla="*/ 380283 w 436899"/>
              <a:gd name="connsiteY2" fmla="*/ 0 h 339688"/>
              <a:gd name="connsiteX3" fmla="*/ 436899 w 436899"/>
              <a:gd name="connsiteY3" fmla="*/ 56616 h 339688"/>
              <a:gd name="connsiteX4" fmla="*/ 436899 w 436899"/>
              <a:gd name="connsiteY4" fmla="*/ 283072 h 339688"/>
              <a:gd name="connsiteX5" fmla="*/ 380283 w 436899"/>
              <a:gd name="connsiteY5" fmla="*/ 339688 h 339688"/>
              <a:gd name="connsiteX6" fmla="*/ 56616 w 436899"/>
              <a:gd name="connsiteY6" fmla="*/ 339688 h 339688"/>
              <a:gd name="connsiteX7" fmla="*/ 0 w 436899"/>
              <a:gd name="connsiteY7" fmla="*/ 283072 h 339688"/>
              <a:gd name="connsiteX8" fmla="*/ 0 w 436899"/>
              <a:gd name="connsiteY8" fmla="*/ 56616 h 3396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36899" h="339688" fill="none" extrusionOk="0">
                <a:moveTo>
                  <a:pt x="0" y="56616"/>
                </a:moveTo>
                <a:cubicBezTo>
                  <a:pt x="7398" y="23935"/>
                  <a:pt x="23991" y="4153"/>
                  <a:pt x="56616" y="0"/>
                </a:cubicBezTo>
                <a:cubicBezTo>
                  <a:pt x="188186" y="-10036"/>
                  <a:pt x="253028" y="15879"/>
                  <a:pt x="380283" y="0"/>
                </a:cubicBezTo>
                <a:cubicBezTo>
                  <a:pt x="407114" y="-2678"/>
                  <a:pt x="440631" y="18208"/>
                  <a:pt x="436899" y="56616"/>
                </a:cubicBezTo>
                <a:cubicBezTo>
                  <a:pt x="452533" y="133641"/>
                  <a:pt x="423196" y="173156"/>
                  <a:pt x="436899" y="283072"/>
                </a:cubicBezTo>
                <a:cubicBezTo>
                  <a:pt x="435945" y="314060"/>
                  <a:pt x="413630" y="342022"/>
                  <a:pt x="380283" y="339688"/>
                </a:cubicBezTo>
                <a:cubicBezTo>
                  <a:pt x="228784" y="347895"/>
                  <a:pt x="200098" y="303750"/>
                  <a:pt x="56616" y="339688"/>
                </a:cubicBezTo>
                <a:cubicBezTo>
                  <a:pt x="29591" y="340651"/>
                  <a:pt x="-440" y="313612"/>
                  <a:pt x="0" y="283072"/>
                </a:cubicBezTo>
                <a:cubicBezTo>
                  <a:pt x="-25707" y="171411"/>
                  <a:pt x="21278" y="120561"/>
                  <a:pt x="0" y="56616"/>
                </a:cubicBezTo>
                <a:close/>
              </a:path>
              <a:path w="436899" h="339688" stroke="0" extrusionOk="0">
                <a:moveTo>
                  <a:pt x="0" y="56616"/>
                </a:moveTo>
                <a:cubicBezTo>
                  <a:pt x="918" y="16607"/>
                  <a:pt x="22765" y="832"/>
                  <a:pt x="56616" y="0"/>
                </a:cubicBezTo>
                <a:cubicBezTo>
                  <a:pt x="130359" y="-30683"/>
                  <a:pt x="286012" y="25457"/>
                  <a:pt x="380283" y="0"/>
                </a:cubicBezTo>
                <a:cubicBezTo>
                  <a:pt x="417415" y="-3793"/>
                  <a:pt x="435907" y="27640"/>
                  <a:pt x="436899" y="56616"/>
                </a:cubicBezTo>
                <a:cubicBezTo>
                  <a:pt x="437395" y="140893"/>
                  <a:pt x="418903" y="174208"/>
                  <a:pt x="436899" y="283072"/>
                </a:cubicBezTo>
                <a:cubicBezTo>
                  <a:pt x="440236" y="313742"/>
                  <a:pt x="411518" y="334974"/>
                  <a:pt x="380283" y="339688"/>
                </a:cubicBezTo>
                <a:cubicBezTo>
                  <a:pt x="256653" y="360262"/>
                  <a:pt x="165347" y="310241"/>
                  <a:pt x="56616" y="339688"/>
                </a:cubicBezTo>
                <a:cubicBezTo>
                  <a:pt x="23671" y="337053"/>
                  <a:pt x="-2731" y="310669"/>
                  <a:pt x="0" y="283072"/>
                </a:cubicBezTo>
                <a:cubicBezTo>
                  <a:pt x="-9030" y="209057"/>
                  <a:pt x="6277" y="145332"/>
                  <a:pt x="0" y="56616"/>
                </a:cubicBezTo>
                <a:close/>
              </a:path>
            </a:pathLst>
          </a:custGeom>
          <a:solidFill>
            <a:schemeClr val="accent4">
              <a:lumMod val="40000"/>
              <a:lumOff val="60000"/>
            </a:schemeClr>
          </a:solidFill>
          <a:ln>
            <a:extLst>
              <a:ext uri="{C807C97D-BFC1-408E-A445-0C87EB9F89A2}">
                <ask:lineSketchStyleProps xmlns:ask="http://schemas.microsoft.com/office/drawing/2018/sketchyshapes" sd="1712354505">
                  <a:prstGeom prst="round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/>
                </a:solidFill>
                <a:latin typeface="Ink Free" panose="03080402000500000000" pitchFamily="66" charset="0"/>
              </a:rPr>
              <a:t>c.2</a:t>
            </a:r>
            <a:endParaRPr lang="en-DE" sz="1100" dirty="0">
              <a:solidFill>
                <a:schemeClr val="tx1"/>
              </a:solidFill>
              <a:latin typeface="Ink Free" panose="03080402000500000000" pitchFamily="66" charset="0"/>
            </a:endParaRPr>
          </a:p>
        </p:txBody>
      </p:sp>
      <p:sp>
        <p:nvSpPr>
          <p:cNvPr id="173" name="Rectangle: Rounded Corners 172">
            <a:extLst>
              <a:ext uri="{FF2B5EF4-FFF2-40B4-BE49-F238E27FC236}">
                <a16:creationId xmlns:a16="http://schemas.microsoft.com/office/drawing/2014/main" id="{D4ECF1C1-06B0-A45B-855E-FC8081B6F0C8}"/>
              </a:ext>
            </a:extLst>
          </p:cNvPr>
          <p:cNvSpPr/>
          <p:nvPr/>
        </p:nvSpPr>
        <p:spPr>
          <a:xfrm>
            <a:off x="10986641" y="5565152"/>
            <a:ext cx="527679" cy="339688"/>
          </a:xfrm>
          <a:custGeom>
            <a:avLst/>
            <a:gdLst>
              <a:gd name="connsiteX0" fmla="*/ 0 w 527679"/>
              <a:gd name="connsiteY0" fmla="*/ 56616 h 339688"/>
              <a:gd name="connsiteX1" fmla="*/ 56616 w 527679"/>
              <a:gd name="connsiteY1" fmla="*/ 0 h 339688"/>
              <a:gd name="connsiteX2" fmla="*/ 471063 w 527679"/>
              <a:gd name="connsiteY2" fmla="*/ 0 h 339688"/>
              <a:gd name="connsiteX3" fmla="*/ 527679 w 527679"/>
              <a:gd name="connsiteY3" fmla="*/ 56616 h 339688"/>
              <a:gd name="connsiteX4" fmla="*/ 527679 w 527679"/>
              <a:gd name="connsiteY4" fmla="*/ 283072 h 339688"/>
              <a:gd name="connsiteX5" fmla="*/ 471063 w 527679"/>
              <a:gd name="connsiteY5" fmla="*/ 339688 h 339688"/>
              <a:gd name="connsiteX6" fmla="*/ 56616 w 527679"/>
              <a:gd name="connsiteY6" fmla="*/ 339688 h 339688"/>
              <a:gd name="connsiteX7" fmla="*/ 0 w 527679"/>
              <a:gd name="connsiteY7" fmla="*/ 283072 h 339688"/>
              <a:gd name="connsiteX8" fmla="*/ 0 w 527679"/>
              <a:gd name="connsiteY8" fmla="*/ 56616 h 3396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27679" h="339688" fill="none" extrusionOk="0">
                <a:moveTo>
                  <a:pt x="0" y="56616"/>
                </a:moveTo>
                <a:cubicBezTo>
                  <a:pt x="7398" y="23935"/>
                  <a:pt x="23991" y="4153"/>
                  <a:pt x="56616" y="0"/>
                </a:cubicBezTo>
                <a:cubicBezTo>
                  <a:pt x="175995" y="-9223"/>
                  <a:pt x="286770" y="47413"/>
                  <a:pt x="471063" y="0"/>
                </a:cubicBezTo>
                <a:cubicBezTo>
                  <a:pt x="497894" y="-2678"/>
                  <a:pt x="531411" y="18208"/>
                  <a:pt x="527679" y="56616"/>
                </a:cubicBezTo>
                <a:cubicBezTo>
                  <a:pt x="543313" y="133641"/>
                  <a:pt x="513976" y="173156"/>
                  <a:pt x="527679" y="283072"/>
                </a:cubicBezTo>
                <a:cubicBezTo>
                  <a:pt x="526725" y="314060"/>
                  <a:pt x="504410" y="342022"/>
                  <a:pt x="471063" y="339688"/>
                </a:cubicBezTo>
                <a:cubicBezTo>
                  <a:pt x="361076" y="386899"/>
                  <a:pt x="220817" y="303013"/>
                  <a:pt x="56616" y="339688"/>
                </a:cubicBezTo>
                <a:cubicBezTo>
                  <a:pt x="29591" y="340651"/>
                  <a:pt x="-440" y="313612"/>
                  <a:pt x="0" y="283072"/>
                </a:cubicBezTo>
                <a:cubicBezTo>
                  <a:pt x="-25707" y="171411"/>
                  <a:pt x="21278" y="120561"/>
                  <a:pt x="0" y="56616"/>
                </a:cubicBezTo>
                <a:close/>
              </a:path>
              <a:path w="527679" h="339688" stroke="0" extrusionOk="0">
                <a:moveTo>
                  <a:pt x="0" y="56616"/>
                </a:moveTo>
                <a:cubicBezTo>
                  <a:pt x="918" y="16607"/>
                  <a:pt x="22765" y="832"/>
                  <a:pt x="56616" y="0"/>
                </a:cubicBezTo>
                <a:cubicBezTo>
                  <a:pt x="195148" y="-45523"/>
                  <a:pt x="284360" y="45509"/>
                  <a:pt x="471063" y="0"/>
                </a:cubicBezTo>
                <a:cubicBezTo>
                  <a:pt x="508195" y="-3793"/>
                  <a:pt x="526687" y="27640"/>
                  <a:pt x="527679" y="56616"/>
                </a:cubicBezTo>
                <a:cubicBezTo>
                  <a:pt x="528175" y="140893"/>
                  <a:pt x="509683" y="174208"/>
                  <a:pt x="527679" y="283072"/>
                </a:cubicBezTo>
                <a:cubicBezTo>
                  <a:pt x="531016" y="313742"/>
                  <a:pt x="502298" y="334974"/>
                  <a:pt x="471063" y="339688"/>
                </a:cubicBezTo>
                <a:cubicBezTo>
                  <a:pt x="341522" y="367193"/>
                  <a:pt x="258597" y="331324"/>
                  <a:pt x="56616" y="339688"/>
                </a:cubicBezTo>
                <a:cubicBezTo>
                  <a:pt x="23671" y="337053"/>
                  <a:pt x="-2731" y="310669"/>
                  <a:pt x="0" y="283072"/>
                </a:cubicBezTo>
                <a:cubicBezTo>
                  <a:pt x="-9030" y="209057"/>
                  <a:pt x="6277" y="145332"/>
                  <a:pt x="0" y="56616"/>
                </a:cubicBezTo>
                <a:close/>
              </a:path>
            </a:pathLst>
          </a:custGeom>
          <a:solidFill>
            <a:schemeClr val="accent4">
              <a:lumMod val="40000"/>
              <a:lumOff val="60000"/>
            </a:schemeClr>
          </a:solidFill>
          <a:ln>
            <a:extLst>
              <a:ext uri="{C807C97D-BFC1-408E-A445-0C87EB9F89A2}">
                <ask:lineSketchStyleProps xmlns:ask="http://schemas.microsoft.com/office/drawing/2018/sketchyshapes" sd="1712354505">
                  <a:prstGeom prst="round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Ink Free" panose="03080402000500000000" pitchFamily="66" charset="0"/>
              </a:rPr>
              <a:t>c.30</a:t>
            </a:r>
            <a:endParaRPr lang="en-DE" sz="1200" dirty="0">
              <a:solidFill>
                <a:schemeClr val="tx1"/>
              </a:solidFill>
              <a:latin typeface="Ink Free" panose="03080402000500000000" pitchFamily="66" charset="0"/>
            </a:endParaRPr>
          </a:p>
        </p:txBody>
      </p:sp>
      <p:sp>
        <p:nvSpPr>
          <p:cNvPr id="175" name="Rectangle: Rounded Corners 174">
            <a:extLst>
              <a:ext uri="{FF2B5EF4-FFF2-40B4-BE49-F238E27FC236}">
                <a16:creationId xmlns:a16="http://schemas.microsoft.com/office/drawing/2014/main" id="{8A0AB6F2-B9F3-80A5-658A-83E80CCCCE0E}"/>
              </a:ext>
            </a:extLst>
          </p:cNvPr>
          <p:cNvSpPr/>
          <p:nvPr/>
        </p:nvSpPr>
        <p:spPr>
          <a:xfrm>
            <a:off x="9426506" y="5592141"/>
            <a:ext cx="436899" cy="339688"/>
          </a:xfrm>
          <a:custGeom>
            <a:avLst/>
            <a:gdLst>
              <a:gd name="connsiteX0" fmla="*/ 0 w 436899"/>
              <a:gd name="connsiteY0" fmla="*/ 56616 h 339688"/>
              <a:gd name="connsiteX1" fmla="*/ 56616 w 436899"/>
              <a:gd name="connsiteY1" fmla="*/ 0 h 339688"/>
              <a:gd name="connsiteX2" fmla="*/ 380283 w 436899"/>
              <a:gd name="connsiteY2" fmla="*/ 0 h 339688"/>
              <a:gd name="connsiteX3" fmla="*/ 436899 w 436899"/>
              <a:gd name="connsiteY3" fmla="*/ 56616 h 339688"/>
              <a:gd name="connsiteX4" fmla="*/ 436899 w 436899"/>
              <a:gd name="connsiteY4" fmla="*/ 283072 h 339688"/>
              <a:gd name="connsiteX5" fmla="*/ 380283 w 436899"/>
              <a:gd name="connsiteY5" fmla="*/ 339688 h 339688"/>
              <a:gd name="connsiteX6" fmla="*/ 56616 w 436899"/>
              <a:gd name="connsiteY6" fmla="*/ 339688 h 339688"/>
              <a:gd name="connsiteX7" fmla="*/ 0 w 436899"/>
              <a:gd name="connsiteY7" fmla="*/ 283072 h 339688"/>
              <a:gd name="connsiteX8" fmla="*/ 0 w 436899"/>
              <a:gd name="connsiteY8" fmla="*/ 56616 h 3396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36899" h="339688" fill="none" extrusionOk="0">
                <a:moveTo>
                  <a:pt x="0" y="56616"/>
                </a:moveTo>
                <a:cubicBezTo>
                  <a:pt x="7398" y="23935"/>
                  <a:pt x="23991" y="4153"/>
                  <a:pt x="56616" y="0"/>
                </a:cubicBezTo>
                <a:cubicBezTo>
                  <a:pt x="188186" y="-10036"/>
                  <a:pt x="253028" y="15879"/>
                  <a:pt x="380283" y="0"/>
                </a:cubicBezTo>
                <a:cubicBezTo>
                  <a:pt x="407114" y="-2678"/>
                  <a:pt x="440631" y="18208"/>
                  <a:pt x="436899" y="56616"/>
                </a:cubicBezTo>
                <a:cubicBezTo>
                  <a:pt x="452533" y="133641"/>
                  <a:pt x="423196" y="173156"/>
                  <a:pt x="436899" y="283072"/>
                </a:cubicBezTo>
                <a:cubicBezTo>
                  <a:pt x="435945" y="314060"/>
                  <a:pt x="413630" y="342022"/>
                  <a:pt x="380283" y="339688"/>
                </a:cubicBezTo>
                <a:cubicBezTo>
                  <a:pt x="228784" y="347895"/>
                  <a:pt x="200098" y="303750"/>
                  <a:pt x="56616" y="339688"/>
                </a:cubicBezTo>
                <a:cubicBezTo>
                  <a:pt x="29591" y="340651"/>
                  <a:pt x="-440" y="313612"/>
                  <a:pt x="0" y="283072"/>
                </a:cubicBezTo>
                <a:cubicBezTo>
                  <a:pt x="-25707" y="171411"/>
                  <a:pt x="21278" y="120561"/>
                  <a:pt x="0" y="56616"/>
                </a:cubicBezTo>
                <a:close/>
              </a:path>
              <a:path w="436899" h="339688" stroke="0" extrusionOk="0">
                <a:moveTo>
                  <a:pt x="0" y="56616"/>
                </a:moveTo>
                <a:cubicBezTo>
                  <a:pt x="918" y="16607"/>
                  <a:pt x="22765" y="832"/>
                  <a:pt x="56616" y="0"/>
                </a:cubicBezTo>
                <a:cubicBezTo>
                  <a:pt x="130359" y="-30683"/>
                  <a:pt x="286012" y="25457"/>
                  <a:pt x="380283" y="0"/>
                </a:cubicBezTo>
                <a:cubicBezTo>
                  <a:pt x="417415" y="-3793"/>
                  <a:pt x="435907" y="27640"/>
                  <a:pt x="436899" y="56616"/>
                </a:cubicBezTo>
                <a:cubicBezTo>
                  <a:pt x="437395" y="140893"/>
                  <a:pt x="418903" y="174208"/>
                  <a:pt x="436899" y="283072"/>
                </a:cubicBezTo>
                <a:cubicBezTo>
                  <a:pt x="440236" y="313742"/>
                  <a:pt x="411518" y="334974"/>
                  <a:pt x="380283" y="339688"/>
                </a:cubicBezTo>
                <a:cubicBezTo>
                  <a:pt x="256653" y="360262"/>
                  <a:pt x="165347" y="310241"/>
                  <a:pt x="56616" y="339688"/>
                </a:cubicBezTo>
                <a:cubicBezTo>
                  <a:pt x="23671" y="337053"/>
                  <a:pt x="-2731" y="310669"/>
                  <a:pt x="0" y="283072"/>
                </a:cubicBezTo>
                <a:cubicBezTo>
                  <a:pt x="-9030" y="209057"/>
                  <a:pt x="6277" y="145332"/>
                  <a:pt x="0" y="56616"/>
                </a:cubicBezTo>
                <a:close/>
              </a:path>
            </a:pathLst>
          </a:custGeom>
          <a:solidFill>
            <a:schemeClr val="accent4">
              <a:lumMod val="40000"/>
              <a:lumOff val="60000"/>
            </a:schemeClr>
          </a:solidFill>
          <a:ln>
            <a:extLst>
              <a:ext uri="{C807C97D-BFC1-408E-A445-0C87EB9F89A2}">
                <ask:lineSketchStyleProps xmlns:ask="http://schemas.microsoft.com/office/drawing/2018/sketchyshapes" sd="1712354505">
                  <a:prstGeom prst="round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/>
                </a:solidFill>
                <a:latin typeface="Ink Free" panose="03080402000500000000" pitchFamily="66" charset="0"/>
              </a:rPr>
              <a:t>c.4</a:t>
            </a:r>
            <a:endParaRPr lang="en-DE" sz="1100" dirty="0">
              <a:solidFill>
                <a:schemeClr val="tx1"/>
              </a:solidFill>
              <a:latin typeface="Ink Free" panose="03080402000500000000" pitchFamily="66" charset="0"/>
            </a:endParaRPr>
          </a:p>
        </p:txBody>
      </p:sp>
      <p:sp>
        <p:nvSpPr>
          <p:cNvPr id="177" name="Rectangle: Rounded Corners 176">
            <a:extLst>
              <a:ext uri="{FF2B5EF4-FFF2-40B4-BE49-F238E27FC236}">
                <a16:creationId xmlns:a16="http://schemas.microsoft.com/office/drawing/2014/main" id="{1AF2AB28-D9FE-8628-57A4-737E56867B3D}"/>
              </a:ext>
            </a:extLst>
          </p:cNvPr>
          <p:cNvSpPr/>
          <p:nvPr/>
        </p:nvSpPr>
        <p:spPr>
          <a:xfrm>
            <a:off x="6771354" y="6005873"/>
            <a:ext cx="1364522" cy="450080"/>
          </a:xfrm>
          <a:prstGeom prst="roundRect">
            <a:avLst/>
          </a:prstGeom>
          <a:solidFill>
            <a:srgbClr val="DCEAF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pic>
        <p:nvPicPr>
          <p:cNvPr id="178" name="Picture 177" descr="A cartoon of a person&#10;&#10;Description automatically generated">
            <a:extLst>
              <a:ext uri="{FF2B5EF4-FFF2-40B4-BE49-F238E27FC236}">
                <a16:creationId xmlns:a16="http://schemas.microsoft.com/office/drawing/2014/main" id="{C61543F8-F8CD-E9E8-F3B4-FAA1A131B53C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rgbClr val="FF000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027" t="1" r="18526" b="3353"/>
          <a:stretch/>
        </p:blipFill>
        <p:spPr>
          <a:xfrm>
            <a:off x="6818108" y="6088207"/>
            <a:ext cx="194166" cy="28241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</p:pic>
      <p:sp>
        <p:nvSpPr>
          <p:cNvPr id="179" name="Rectangle: Rounded Corners 178">
            <a:extLst>
              <a:ext uri="{FF2B5EF4-FFF2-40B4-BE49-F238E27FC236}">
                <a16:creationId xmlns:a16="http://schemas.microsoft.com/office/drawing/2014/main" id="{D904CC3A-F3EF-9FDD-7128-F0FBEF2542E8}"/>
              </a:ext>
            </a:extLst>
          </p:cNvPr>
          <p:cNvSpPr/>
          <p:nvPr/>
        </p:nvSpPr>
        <p:spPr>
          <a:xfrm>
            <a:off x="8438945" y="6005873"/>
            <a:ext cx="1514468" cy="450080"/>
          </a:xfrm>
          <a:prstGeom prst="roundRect">
            <a:avLst/>
          </a:prstGeom>
          <a:solidFill>
            <a:srgbClr val="DCEAF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180" name="Rectangle: Rounded Corners 179">
            <a:extLst>
              <a:ext uri="{FF2B5EF4-FFF2-40B4-BE49-F238E27FC236}">
                <a16:creationId xmlns:a16="http://schemas.microsoft.com/office/drawing/2014/main" id="{0BF25E5A-BFE1-35AF-1A64-C61EA3503D8E}"/>
              </a:ext>
            </a:extLst>
          </p:cNvPr>
          <p:cNvSpPr/>
          <p:nvPr/>
        </p:nvSpPr>
        <p:spPr>
          <a:xfrm>
            <a:off x="10181209" y="6005873"/>
            <a:ext cx="1384141" cy="450080"/>
          </a:xfrm>
          <a:prstGeom prst="roundRect">
            <a:avLst/>
          </a:prstGeom>
          <a:solidFill>
            <a:srgbClr val="DCEAF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cxnSp>
        <p:nvCxnSpPr>
          <p:cNvPr id="181" name="Straight Connector 180">
            <a:extLst>
              <a:ext uri="{FF2B5EF4-FFF2-40B4-BE49-F238E27FC236}">
                <a16:creationId xmlns:a16="http://schemas.microsoft.com/office/drawing/2014/main" id="{81A9DDDC-3B21-7609-C222-7DB5A0963A9B}"/>
              </a:ext>
            </a:extLst>
          </p:cNvPr>
          <p:cNvCxnSpPr>
            <a:cxnSpLocks/>
          </p:cNvCxnSpPr>
          <p:nvPr/>
        </p:nvCxnSpPr>
        <p:spPr>
          <a:xfrm>
            <a:off x="7047766" y="6246668"/>
            <a:ext cx="4279459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2" name="Rectangle: Rounded Corners 181">
            <a:extLst>
              <a:ext uri="{FF2B5EF4-FFF2-40B4-BE49-F238E27FC236}">
                <a16:creationId xmlns:a16="http://schemas.microsoft.com/office/drawing/2014/main" id="{F8F96AFB-5628-5240-5FBA-E675CF6B7633}"/>
              </a:ext>
            </a:extLst>
          </p:cNvPr>
          <p:cNvSpPr/>
          <p:nvPr/>
        </p:nvSpPr>
        <p:spPr>
          <a:xfrm>
            <a:off x="7174766" y="6077769"/>
            <a:ext cx="757272" cy="339687"/>
          </a:xfrm>
          <a:custGeom>
            <a:avLst/>
            <a:gdLst>
              <a:gd name="connsiteX0" fmla="*/ 0 w 757272"/>
              <a:gd name="connsiteY0" fmla="*/ 56616 h 339687"/>
              <a:gd name="connsiteX1" fmla="*/ 56616 w 757272"/>
              <a:gd name="connsiteY1" fmla="*/ 0 h 339687"/>
              <a:gd name="connsiteX2" fmla="*/ 385076 w 757272"/>
              <a:gd name="connsiteY2" fmla="*/ 0 h 339687"/>
              <a:gd name="connsiteX3" fmla="*/ 700656 w 757272"/>
              <a:gd name="connsiteY3" fmla="*/ 0 h 339687"/>
              <a:gd name="connsiteX4" fmla="*/ 757272 w 757272"/>
              <a:gd name="connsiteY4" fmla="*/ 56616 h 339687"/>
              <a:gd name="connsiteX5" fmla="*/ 757272 w 757272"/>
              <a:gd name="connsiteY5" fmla="*/ 283071 h 339687"/>
              <a:gd name="connsiteX6" fmla="*/ 700656 w 757272"/>
              <a:gd name="connsiteY6" fmla="*/ 339687 h 339687"/>
              <a:gd name="connsiteX7" fmla="*/ 378636 w 757272"/>
              <a:gd name="connsiteY7" fmla="*/ 339687 h 339687"/>
              <a:gd name="connsiteX8" fmla="*/ 56616 w 757272"/>
              <a:gd name="connsiteY8" fmla="*/ 339687 h 339687"/>
              <a:gd name="connsiteX9" fmla="*/ 0 w 757272"/>
              <a:gd name="connsiteY9" fmla="*/ 283071 h 339687"/>
              <a:gd name="connsiteX10" fmla="*/ 0 w 757272"/>
              <a:gd name="connsiteY10" fmla="*/ 56616 h 3396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757272" h="339687" fill="none" extrusionOk="0">
                <a:moveTo>
                  <a:pt x="0" y="56616"/>
                </a:moveTo>
                <a:cubicBezTo>
                  <a:pt x="467" y="27258"/>
                  <a:pt x="22489" y="2345"/>
                  <a:pt x="56616" y="0"/>
                </a:cubicBezTo>
                <a:cubicBezTo>
                  <a:pt x="160404" y="-23343"/>
                  <a:pt x="288962" y="27472"/>
                  <a:pt x="385076" y="0"/>
                </a:cubicBezTo>
                <a:cubicBezTo>
                  <a:pt x="481190" y="-27472"/>
                  <a:pt x="550157" y="2657"/>
                  <a:pt x="700656" y="0"/>
                </a:cubicBezTo>
                <a:cubicBezTo>
                  <a:pt x="727134" y="308"/>
                  <a:pt x="756029" y="31718"/>
                  <a:pt x="757272" y="56616"/>
                </a:cubicBezTo>
                <a:cubicBezTo>
                  <a:pt x="783407" y="108747"/>
                  <a:pt x="735558" y="206012"/>
                  <a:pt x="757272" y="283071"/>
                </a:cubicBezTo>
                <a:cubicBezTo>
                  <a:pt x="757191" y="319891"/>
                  <a:pt x="731207" y="340712"/>
                  <a:pt x="700656" y="339687"/>
                </a:cubicBezTo>
                <a:cubicBezTo>
                  <a:pt x="545634" y="348104"/>
                  <a:pt x="535618" y="320069"/>
                  <a:pt x="378636" y="339687"/>
                </a:cubicBezTo>
                <a:cubicBezTo>
                  <a:pt x="221654" y="359305"/>
                  <a:pt x="205120" y="303809"/>
                  <a:pt x="56616" y="339687"/>
                </a:cubicBezTo>
                <a:cubicBezTo>
                  <a:pt x="24844" y="334596"/>
                  <a:pt x="8386" y="312625"/>
                  <a:pt x="0" y="283071"/>
                </a:cubicBezTo>
                <a:cubicBezTo>
                  <a:pt x="-14751" y="197304"/>
                  <a:pt x="4419" y="162955"/>
                  <a:pt x="0" y="56616"/>
                </a:cubicBezTo>
                <a:close/>
              </a:path>
              <a:path w="757272" h="339687" stroke="0" extrusionOk="0">
                <a:moveTo>
                  <a:pt x="0" y="56616"/>
                </a:moveTo>
                <a:cubicBezTo>
                  <a:pt x="-4865" y="23732"/>
                  <a:pt x="26154" y="2322"/>
                  <a:pt x="56616" y="0"/>
                </a:cubicBezTo>
                <a:cubicBezTo>
                  <a:pt x="177869" y="-24456"/>
                  <a:pt x="246836" y="34201"/>
                  <a:pt x="372196" y="0"/>
                </a:cubicBezTo>
                <a:cubicBezTo>
                  <a:pt x="497556" y="-34201"/>
                  <a:pt x="589904" y="25484"/>
                  <a:pt x="700656" y="0"/>
                </a:cubicBezTo>
                <a:cubicBezTo>
                  <a:pt x="729173" y="5010"/>
                  <a:pt x="754192" y="18541"/>
                  <a:pt x="757272" y="56616"/>
                </a:cubicBezTo>
                <a:cubicBezTo>
                  <a:pt x="767929" y="133064"/>
                  <a:pt x="753103" y="203415"/>
                  <a:pt x="757272" y="283071"/>
                </a:cubicBezTo>
                <a:cubicBezTo>
                  <a:pt x="752831" y="312013"/>
                  <a:pt x="730916" y="340481"/>
                  <a:pt x="700656" y="339687"/>
                </a:cubicBezTo>
                <a:cubicBezTo>
                  <a:pt x="639224" y="354260"/>
                  <a:pt x="509579" y="337419"/>
                  <a:pt x="397957" y="339687"/>
                </a:cubicBezTo>
                <a:cubicBezTo>
                  <a:pt x="286335" y="341955"/>
                  <a:pt x="161009" y="317716"/>
                  <a:pt x="56616" y="339687"/>
                </a:cubicBezTo>
                <a:cubicBezTo>
                  <a:pt x="21676" y="334968"/>
                  <a:pt x="-2729" y="315107"/>
                  <a:pt x="0" y="283071"/>
                </a:cubicBezTo>
                <a:cubicBezTo>
                  <a:pt x="-7177" y="232046"/>
                  <a:pt x="13919" y="132116"/>
                  <a:pt x="0" y="56616"/>
                </a:cubicBezTo>
                <a:close/>
              </a:path>
            </a:pathLst>
          </a:custGeom>
          <a:solidFill>
            <a:srgbClr val="D9F2D0"/>
          </a:solidFill>
          <a:ln>
            <a:extLst>
              <a:ext uri="{C807C97D-BFC1-408E-A445-0C87EB9F89A2}">
                <ask:lineSketchStyleProps xmlns:ask="http://schemas.microsoft.com/office/drawing/2018/sketchyshapes" sd="3896661861">
                  <a:prstGeom prst="round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/>
                </a:solidFill>
                <a:latin typeface="Ink Free" panose="03080402000500000000" pitchFamily="66" charset="0"/>
              </a:rPr>
              <a:t>diagnosis</a:t>
            </a:r>
            <a:endParaRPr lang="en-DE" dirty="0">
              <a:solidFill>
                <a:schemeClr val="tx1"/>
              </a:solidFill>
              <a:latin typeface="Ink Free" panose="03080402000500000000" pitchFamily="66" charset="0"/>
            </a:endParaRPr>
          </a:p>
        </p:txBody>
      </p:sp>
      <p:sp>
        <p:nvSpPr>
          <p:cNvPr id="184" name="Rectangle: Rounded Corners 183">
            <a:extLst>
              <a:ext uri="{FF2B5EF4-FFF2-40B4-BE49-F238E27FC236}">
                <a16:creationId xmlns:a16="http://schemas.microsoft.com/office/drawing/2014/main" id="{F96EBE73-33ED-6E59-C3F5-7DD98217F135}"/>
              </a:ext>
            </a:extLst>
          </p:cNvPr>
          <p:cNvSpPr/>
          <p:nvPr/>
        </p:nvSpPr>
        <p:spPr>
          <a:xfrm>
            <a:off x="8872385" y="6083409"/>
            <a:ext cx="436899" cy="339688"/>
          </a:xfrm>
          <a:custGeom>
            <a:avLst/>
            <a:gdLst>
              <a:gd name="connsiteX0" fmla="*/ 0 w 436899"/>
              <a:gd name="connsiteY0" fmla="*/ 56616 h 339688"/>
              <a:gd name="connsiteX1" fmla="*/ 56616 w 436899"/>
              <a:gd name="connsiteY1" fmla="*/ 0 h 339688"/>
              <a:gd name="connsiteX2" fmla="*/ 380283 w 436899"/>
              <a:gd name="connsiteY2" fmla="*/ 0 h 339688"/>
              <a:gd name="connsiteX3" fmla="*/ 436899 w 436899"/>
              <a:gd name="connsiteY3" fmla="*/ 56616 h 339688"/>
              <a:gd name="connsiteX4" fmla="*/ 436899 w 436899"/>
              <a:gd name="connsiteY4" fmla="*/ 283072 h 339688"/>
              <a:gd name="connsiteX5" fmla="*/ 380283 w 436899"/>
              <a:gd name="connsiteY5" fmla="*/ 339688 h 339688"/>
              <a:gd name="connsiteX6" fmla="*/ 56616 w 436899"/>
              <a:gd name="connsiteY6" fmla="*/ 339688 h 339688"/>
              <a:gd name="connsiteX7" fmla="*/ 0 w 436899"/>
              <a:gd name="connsiteY7" fmla="*/ 283072 h 339688"/>
              <a:gd name="connsiteX8" fmla="*/ 0 w 436899"/>
              <a:gd name="connsiteY8" fmla="*/ 56616 h 3396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36899" h="339688" fill="none" extrusionOk="0">
                <a:moveTo>
                  <a:pt x="0" y="56616"/>
                </a:moveTo>
                <a:cubicBezTo>
                  <a:pt x="7398" y="23935"/>
                  <a:pt x="23991" y="4153"/>
                  <a:pt x="56616" y="0"/>
                </a:cubicBezTo>
                <a:cubicBezTo>
                  <a:pt x="188186" y="-10036"/>
                  <a:pt x="253028" y="15879"/>
                  <a:pt x="380283" y="0"/>
                </a:cubicBezTo>
                <a:cubicBezTo>
                  <a:pt x="407114" y="-2678"/>
                  <a:pt x="440631" y="18208"/>
                  <a:pt x="436899" y="56616"/>
                </a:cubicBezTo>
                <a:cubicBezTo>
                  <a:pt x="452533" y="133641"/>
                  <a:pt x="423196" y="173156"/>
                  <a:pt x="436899" y="283072"/>
                </a:cubicBezTo>
                <a:cubicBezTo>
                  <a:pt x="435945" y="314060"/>
                  <a:pt x="413630" y="342022"/>
                  <a:pt x="380283" y="339688"/>
                </a:cubicBezTo>
                <a:cubicBezTo>
                  <a:pt x="228784" y="347895"/>
                  <a:pt x="200098" y="303750"/>
                  <a:pt x="56616" y="339688"/>
                </a:cubicBezTo>
                <a:cubicBezTo>
                  <a:pt x="29591" y="340651"/>
                  <a:pt x="-440" y="313612"/>
                  <a:pt x="0" y="283072"/>
                </a:cubicBezTo>
                <a:cubicBezTo>
                  <a:pt x="-25707" y="171411"/>
                  <a:pt x="21278" y="120561"/>
                  <a:pt x="0" y="56616"/>
                </a:cubicBezTo>
                <a:close/>
              </a:path>
              <a:path w="436899" h="339688" stroke="0" extrusionOk="0">
                <a:moveTo>
                  <a:pt x="0" y="56616"/>
                </a:moveTo>
                <a:cubicBezTo>
                  <a:pt x="918" y="16607"/>
                  <a:pt x="22765" y="832"/>
                  <a:pt x="56616" y="0"/>
                </a:cubicBezTo>
                <a:cubicBezTo>
                  <a:pt x="130359" y="-30683"/>
                  <a:pt x="286012" y="25457"/>
                  <a:pt x="380283" y="0"/>
                </a:cubicBezTo>
                <a:cubicBezTo>
                  <a:pt x="417415" y="-3793"/>
                  <a:pt x="435907" y="27640"/>
                  <a:pt x="436899" y="56616"/>
                </a:cubicBezTo>
                <a:cubicBezTo>
                  <a:pt x="437395" y="140893"/>
                  <a:pt x="418903" y="174208"/>
                  <a:pt x="436899" y="283072"/>
                </a:cubicBezTo>
                <a:cubicBezTo>
                  <a:pt x="440236" y="313742"/>
                  <a:pt x="411518" y="334974"/>
                  <a:pt x="380283" y="339688"/>
                </a:cubicBezTo>
                <a:cubicBezTo>
                  <a:pt x="256653" y="360262"/>
                  <a:pt x="165347" y="310241"/>
                  <a:pt x="56616" y="339688"/>
                </a:cubicBezTo>
                <a:cubicBezTo>
                  <a:pt x="23671" y="337053"/>
                  <a:pt x="-2731" y="310669"/>
                  <a:pt x="0" y="283072"/>
                </a:cubicBezTo>
                <a:cubicBezTo>
                  <a:pt x="-9030" y="209057"/>
                  <a:pt x="6277" y="145332"/>
                  <a:pt x="0" y="56616"/>
                </a:cubicBezTo>
                <a:close/>
              </a:path>
            </a:pathLst>
          </a:custGeom>
          <a:solidFill>
            <a:schemeClr val="accent4">
              <a:lumMod val="40000"/>
              <a:lumOff val="60000"/>
            </a:schemeClr>
          </a:solidFill>
          <a:ln>
            <a:extLst>
              <a:ext uri="{C807C97D-BFC1-408E-A445-0C87EB9F89A2}">
                <ask:lineSketchStyleProps xmlns:ask="http://schemas.microsoft.com/office/drawing/2018/sketchyshapes" sd="1712354505">
                  <a:prstGeom prst="round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/>
                </a:solidFill>
                <a:latin typeface="Ink Free" panose="03080402000500000000" pitchFamily="66" charset="0"/>
              </a:rPr>
              <a:t>c.2</a:t>
            </a:r>
            <a:endParaRPr lang="en-DE" sz="1100" dirty="0">
              <a:solidFill>
                <a:schemeClr val="tx1"/>
              </a:solidFill>
              <a:latin typeface="Ink Free" panose="03080402000500000000" pitchFamily="66" charset="0"/>
            </a:endParaRPr>
          </a:p>
        </p:txBody>
      </p:sp>
      <p:sp>
        <p:nvSpPr>
          <p:cNvPr id="185" name="Rectangle: Rounded Corners 184">
            <a:extLst>
              <a:ext uri="{FF2B5EF4-FFF2-40B4-BE49-F238E27FC236}">
                <a16:creationId xmlns:a16="http://schemas.microsoft.com/office/drawing/2014/main" id="{656175FE-4CE8-13C1-E678-FFB5AB46B314}"/>
              </a:ext>
            </a:extLst>
          </p:cNvPr>
          <p:cNvSpPr/>
          <p:nvPr/>
        </p:nvSpPr>
        <p:spPr>
          <a:xfrm>
            <a:off x="10981816" y="6056420"/>
            <a:ext cx="527679" cy="339688"/>
          </a:xfrm>
          <a:custGeom>
            <a:avLst/>
            <a:gdLst>
              <a:gd name="connsiteX0" fmla="*/ 0 w 527679"/>
              <a:gd name="connsiteY0" fmla="*/ 56616 h 339688"/>
              <a:gd name="connsiteX1" fmla="*/ 56616 w 527679"/>
              <a:gd name="connsiteY1" fmla="*/ 0 h 339688"/>
              <a:gd name="connsiteX2" fmla="*/ 471063 w 527679"/>
              <a:gd name="connsiteY2" fmla="*/ 0 h 339688"/>
              <a:gd name="connsiteX3" fmla="*/ 527679 w 527679"/>
              <a:gd name="connsiteY3" fmla="*/ 56616 h 339688"/>
              <a:gd name="connsiteX4" fmla="*/ 527679 w 527679"/>
              <a:gd name="connsiteY4" fmla="*/ 283072 h 339688"/>
              <a:gd name="connsiteX5" fmla="*/ 471063 w 527679"/>
              <a:gd name="connsiteY5" fmla="*/ 339688 h 339688"/>
              <a:gd name="connsiteX6" fmla="*/ 56616 w 527679"/>
              <a:gd name="connsiteY6" fmla="*/ 339688 h 339688"/>
              <a:gd name="connsiteX7" fmla="*/ 0 w 527679"/>
              <a:gd name="connsiteY7" fmla="*/ 283072 h 339688"/>
              <a:gd name="connsiteX8" fmla="*/ 0 w 527679"/>
              <a:gd name="connsiteY8" fmla="*/ 56616 h 3396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27679" h="339688" fill="none" extrusionOk="0">
                <a:moveTo>
                  <a:pt x="0" y="56616"/>
                </a:moveTo>
                <a:cubicBezTo>
                  <a:pt x="7398" y="23935"/>
                  <a:pt x="23991" y="4153"/>
                  <a:pt x="56616" y="0"/>
                </a:cubicBezTo>
                <a:cubicBezTo>
                  <a:pt x="175995" y="-9223"/>
                  <a:pt x="286770" y="47413"/>
                  <a:pt x="471063" y="0"/>
                </a:cubicBezTo>
                <a:cubicBezTo>
                  <a:pt x="497894" y="-2678"/>
                  <a:pt x="531411" y="18208"/>
                  <a:pt x="527679" y="56616"/>
                </a:cubicBezTo>
                <a:cubicBezTo>
                  <a:pt x="543313" y="133641"/>
                  <a:pt x="513976" y="173156"/>
                  <a:pt x="527679" y="283072"/>
                </a:cubicBezTo>
                <a:cubicBezTo>
                  <a:pt x="526725" y="314060"/>
                  <a:pt x="504410" y="342022"/>
                  <a:pt x="471063" y="339688"/>
                </a:cubicBezTo>
                <a:cubicBezTo>
                  <a:pt x="361076" y="386899"/>
                  <a:pt x="220817" y="303013"/>
                  <a:pt x="56616" y="339688"/>
                </a:cubicBezTo>
                <a:cubicBezTo>
                  <a:pt x="29591" y="340651"/>
                  <a:pt x="-440" y="313612"/>
                  <a:pt x="0" y="283072"/>
                </a:cubicBezTo>
                <a:cubicBezTo>
                  <a:pt x="-25707" y="171411"/>
                  <a:pt x="21278" y="120561"/>
                  <a:pt x="0" y="56616"/>
                </a:cubicBezTo>
                <a:close/>
              </a:path>
              <a:path w="527679" h="339688" stroke="0" extrusionOk="0">
                <a:moveTo>
                  <a:pt x="0" y="56616"/>
                </a:moveTo>
                <a:cubicBezTo>
                  <a:pt x="918" y="16607"/>
                  <a:pt x="22765" y="832"/>
                  <a:pt x="56616" y="0"/>
                </a:cubicBezTo>
                <a:cubicBezTo>
                  <a:pt x="195148" y="-45523"/>
                  <a:pt x="284360" y="45509"/>
                  <a:pt x="471063" y="0"/>
                </a:cubicBezTo>
                <a:cubicBezTo>
                  <a:pt x="508195" y="-3793"/>
                  <a:pt x="526687" y="27640"/>
                  <a:pt x="527679" y="56616"/>
                </a:cubicBezTo>
                <a:cubicBezTo>
                  <a:pt x="528175" y="140893"/>
                  <a:pt x="509683" y="174208"/>
                  <a:pt x="527679" y="283072"/>
                </a:cubicBezTo>
                <a:cubicBezTo>
                  <a:pt x="531016" y="313742"/>
                  <a:pt x="502298" y="334974"/>
                  <a:pt x="471063" y="339688"/>
                </a:cubicBezTo>
                <a:cubicBezTo>
                  <a:pt x="341522" y="367193"/>
                  <a:pt x="258597" y="331324"/>
                  <a:pt x="56616" y="339688"/>
                </a:cubicBezTo>
                <a:cubicBezTo>
                  <a:pt x="23671" y="337053"/>
                  <a:pt x="-2731" y="310669"/>
                  <a:pt x="0" y="283072"/>
                </a:cubicBezTo>
                <a:cubicBezTo>
                  <a:pt x="-9030" y="209057"/>
                  <a:pt x="6277" y="145332"/>
                  <a:pt x="0" y="56616"/>
                </a:cubicBezTo>
                <a:close/>
              </a:path>
            </a:pathLst>
          </a:custGeom>
          <a:solidFill>
            <a:schemeClr val="accent4">
              <a:lumMod val="40000"/>
              <a:lumOff val="60000"/>
            </a:schemeClr>
          </a:solidFill>
          <a:ln>
            <a:extLst>
              <a:ext uri="{C807C97D-BFC1-408E-A445-0C87EB9F89A2}">
                <ask:lineSketchStyleProps xmlns:ask="http://schemas.microsoft.com/office/drawing/2018/sketchyshapes" sd="1712354505">
                  <a:prstGeom prst="round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Ink Free" panose="03080402000500000000" pitchFamily="66" charset="0"/>
              </a:rPr>
              <a:t>c.30</a:t>
            </a:r>
            <a:endParaRPr lang="en-DE" sz="1200" dirty="0">
              <a:solidFill>
                <a:schemeClr val="tx1"/>
              </a:solidFill>
              <a:latin typeface="Ink Free" panose="03080402000500000000" pitchFamily="66" charset="0"/>
            </a:endParaRPr>
          </a:p>
        </p:txBody>
      </p:sp>
      <p:sp>
        <p:nvSpPr>
          <p:cNvPr id="187" name="Rectangle: Rounded Corners 186">
            <a:extLst>
              <a:ext uri="{FF2B5EF4-FFF2-40B4-BE49-F238E27FC236}">
                <a16:creationId xmlns:a16="http://schemas.microsoft.com/office/drawing/2014/main" id="{F52B31CB-388C-EC27-BF50-A9DA14AD511C}"/>
              </a:ext>
            </a:extLst>
          </p:cNvPr>
          <p:cNvSpPr/>
          <p:nvPr/>
        </p:nvSpPr>
        <p:spPr>
          <a:xfrm>
            <a:off x="9421681" y="6083409"/>
            <a:ext cx="436899" cy="339688"/>
          </a:xfrm>
          <a:custGeom>
            <a:avLst/>
            <a:gdLst>
              <a:gd name="connsiteX0" fmla="*/ 0 w 436899"/>
              <a:gd name="connsiteY0" fmla="*/ 56616 h 339688"/>
              <a:gd name="connsiteX1" fmla="*/ 56616 w 436899"/>
              <a:gd name="connsiteY1" fmla="*/ 0 h 339688"/>
              <a:gd name="connsiteX2" fmla="*/ 380283 w 436899"/>
              <a:gd name="connsiteY2" fmla="*/ 0 h 339688"/>
              <a:gd name="connsiteX3" fmla="*/ 436899 w 436899"/>
              <a:gd name="connsiteY3" fmla="*/ 56616 h 339688"/>
              <a:gd name="connsiteX4" fmla="*/ 436899 w 436899"/>
              <a:gd name="connsiteY4" fmla="*/ 283072 h 339688"/>
              <a:gd name="connsiteX5" fmla="*/ 380283 w 436899"/>
              <a:gd name="connsiteY5" fmla="*/ 339688 h 339688"/>
              <a:gd name="connsiteX6" fmla="*/ 56616 w 436899"/>
              <a:gd name="connsiteY6" fmla="*/ 339688 h 339688"/>
              <a:gd name="connsiteX7" fmla="*/ 0 w 436899"/>
              <a:gd name="connsiteY7" fmla="*/ 283072 h 339688"/>
              <a:gd name="connsiteX8" fmla="*/ 0 w 436899"/>
              <a:gd name="connsiteY8" fmla="*/ 56616 h 3396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36899" h="339688" fill="none" extrusionOk="0">
                <a:moveTo>
                  <a:pt x="0" y="56616"/>
                </a:moveTo>
                <a:cubicBezTo>
                  <a:pt x="7398" y="23935"/>
                  <a:pt x="23991" y="4153"/>
                  <a:pt x="56616" y="0"/>
                </a:cubicBezTo>
                <a:cubicBezTo>
                  <a:pt x="188186" y="-10036"/>
                  <a:pt x="253028" y="15879"/>
                  <a:pt x="380283" y="0"/>
                </a:cubicBezTo>
                <a:cubicBezTo>
                  <a:pt x="407114" y="-2678"/>
                  <a:pt x="440631" y="18208"/>
                  <a:pt x="436899" y="56616"/>
                </a:cubicBezTo>
                <a:cubicBezTo>
                  <a:pt x="452533" y="133641"/>
                  <a:pt x="423196" y="173156"/>
                  <a:pt x="436899" y="283072"/>
                </a:cubicBezTo>
                <a:cubicBezTo>
                  <a:pt x="435945" y="314060"/>
                  <a:pt x="413630" y="342022"/>
                  <a:pt x="380283" y="339688"/>
                </a:cubicBezTo>
                <a:cubicBezTo>
                  <a:pt x="228784" y="347895"/>
                  <a:pt x="200098" y="303750"/>
                  <a:pt x="56616" y="339688"/>
                </a:cubicBezTo>
                <a:cubicBezTo>
                  <a:pt x="29591" y="340651"/>
                  <a:pt x="-440" y="313612"/>
                  <a:pt x="0" y="283072"/>
                </a:cubicBezTo>
                <a:cubicBezTo>
                  <a:pt x="-25707" y="171411"/>
                  <a:pt x="21278" y="120561"/>
                  <a:pt x="0" y="56616"/>
                </a:cubicBezTo>
                <a:close/>
              </a:path>
              <a:path w="436899" h="339688" stroke="0" extrusionOk="0">
                <a:moveTo>
                  <a:pt x="0" y="56616"/>
                </a:moveTo>
                <a:cubicBezTo>
                  <a:pt x="918" y="16607"/>
                  <a:pt x="22765" y="832"/>
                  <a:pt x="56616" y="0"/>
                </a:cubicBezTo>
                <a:cubicBezTo>
                  <a:pt x="130359" y="-30683"/>
                  <a:pt x="286012" y="25457"/>
                  <a:pt x="380283" y="0"/>
                </a:cubicBezTo>
                <a:cubicBezTo>
                  <a:pt x="417415" y="-3793"/>
                  <a:pt x="435907" y="27640"/>
                  <a:pt x="436899" y="56616"/>
                </a:cubicBezTo>
                <a:cubicBezTo>
                  <a:pt x="437395" y="140893"/>
                  <a:pt x="418903" y="174208"/>
                  <a:pt x="436899" y="283072"/>
                </a:cubicBezTo>
                <a:cubicBezTo>
                  <a:pt x="440236" y="313742"/>
                  <a:pt x="411518" y="334974"/>
                  <a:pt x="380283" y="339688"/>
                </a:cubicBezTo>
                <a:cubicBezTo>
                  <a:pt x="256653" y="360262"/>
                  <a:pt x="165347" y="310241"/>
                  <a:pt x="56616" y="339688"/>
                </a:cubicBezTo>
                <a:cubicBezTo>
                  <a:pt x="23671" y="337053"/>
                  <a:pt x="-2731" y="310669"/>
                  <a:pt x="0" y="283072"/>
                </a:cubicBezTo>
                <a:cubicBezTo>
                  <a:pt x="-9030" y="209057"/>
                  <a:pt x="6277" y="145332"/>
                  <a:pt x="0" y="56616"/>
                </a:cubicBezTo>
                <a:close/>
              </a:path>
            </a:pathLst>
          </a:custGeom>
          <a:solidFill>
            <a:schemeClr val="accent4">
              <a:lumMod val="40000"/>
              <a:lumOff val="60000"/>
            </a:schemeClr>
          </a:solidFill>
          <a:ln>
            <a:extLst>
              <a:ext uri="{C807C97D-BFC1-408E-A445-0C87EB9F89A2}">
                <ask:lineSketchStyleProps xmlns:ask="http://schemas.microsoft.com/office/drawing/2018/sketchyshapes" sd="1712354505">
                  <a:prstGeom prst="round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/>
                </a:solidFill>
                <a:latin typeface="Ink Free" panose="03080402000500000000" pitchFamily="66" charset="0"/>
              </a:rPr>
              <a:t>c.4</a:t>
            </a:r>
            <a:endParaRPr lang="en-DE" sz="1100" dirty="0">
              <a:solidFill>
                <a:schemeClr val="tx1"/>
              </a:solidFill>
              <a:latin typeface="Ink Free" panose="03080402000500000000" pitchFamily="66" charset="0"/>
            </a:endParaRPr>
          </a:p>
        </p:txBody>
      </p:sp>
      <p:pic>
        <p:nvPicPr>
          <p:cNvPr id="189" name="Picture 188" descr="A cartoon of a person&#10;&#10;Description automatically generated">
            <a:extLst>
              <a:ext uri="{FF2B5EF4-FFF2-40B4-BE49-F238E27FC236}">
                <a16:creationId xmlns:a16="http://schemas.microsoft.com/office/drawing/2014/main" id="{1206F781-50E1-2BBD-76C2-274EED343AB1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027" t="1" r="18526" b="3353"/>
          <a:stretch/>
        </p:blipFill>
        <p:spPr>
          <a:xfrm>
            <a:off x="8537694" y="4619816"/>
            <a:ext cx="194166" cy="28241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</p:pic>
      <p:pic>
        <p:nvPicPr>
          <p:cNvPr id="190" name="Picture 189" descr="A cartoon of a person&#10;&#10;Description automatically generated">
            <a:extLst>
              <a:ext uri="{FF2B5EF4-FFF2-40B4-BE49-F238E27FC236}">
                <a16:creationId xmlns:a16="http://schemas.microsoft.com/office/drawing/2014/main" id="{382137B5-F147-6208-2C1F-D23C19DEC593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027" t="1" r="18526" b="3353"/>
          <a:stretch/>
        </p:blipFill>
        <p:spPr>
          <a:xfrm>
            <a:off x="8537694" y="5105660"/>
            <a:ext cx="194166" cy="28241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</p:pic>
      <p:pic>
        <p:nvPicPr>
          <p:cNvPr id="191" name="Picture 190" descr="A cartoon of a person&#10;&#10;Description automatically generated">
            <a:extLst>
              <a:ext uri="{FF2B5EF4-FFF2-40B4-BE49-F238E27FC236}">
                <a16:creationId xmlns:a16="http://schemas.microsoft.com/office/drawing/2014/main" id="{0EF80EA9-649B-62B7-DA95-3F8332770471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027" t="1" r="18526" b="3353"/>
          <a:stretch/>
        </p:blipFill>
        <p:spPr>
          <a:xfrm>
            <a:off x="8537694" y="5596939"/>
            <a:ext cx="194166" cy="28241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</p:pic>
      <p:pic>
        <p:nvPicPr>
          <p:cNvPr id="192" name="Picture 191" descr="A cartoon of a person&#10;&#10;Description automatically generated">
            <a:extLst>
              <a:ext uri="{FF2B5EF4-FFF2-40B4-BE49-F238E27FC236}">
                <a16:creationId xmlns:a16="http://schemas.microsoft.com/office/drawing/2014/main" id="{7758130E-7328-A418-AB66-1E1A10BD05B3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rgbClr val="FF000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027" t="1" r="18526" b="3353"/>
          <a:stretch/>
        </p:blipFill>
        <p:spPr>
          <a:xfrm>
            <a:off x="8532869" y="6088207"/>
            <a:ext cx="194166" cy="28241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</p:pic>
      <p:pic>
        <p:nvPicPr>
          <p:cNvPr id="193" name="Picture 192" descr="A cartoon of a person&#10;&#10;Description automatically generated">
            <a:extLst>
              <a:ext uri="{FF2B5EF4-FFF2-40B4-BE49-F238E27FC236}">
                <a16:creationId xmlns:a16="http://schemas.microsoft.com/office/drawing/2014/main" id="{29155437-10A2-2403-1AE1-B22E271A51E9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027" t="1" r="18526" b="3353"/>
          <a:stretch/>
        </p:blipFill>
        <p:spPr>
          <a:xfrm>
            <a:off x="10257577" y="4610626"/>
            <a:ext cx="194166" cy="28241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</p:pic>
      <p:pic>
        <p:nvPicPr>
          <p:cNvPr id="194" name="Picture 193" descr="A cartoon of a person&#10;&#10;Description automatically generated">
            <a:extLst>
              <a:ext uri="{FF2B5EF4-FFF2-40B4-BE49-F238E27FC236}">
                <a16:creationId xmlns:a16="http://schemas.microsoft.com/office/drawing/2014/main" id="{50BEB1F8-B383-738B-396A-3CAEF920B82F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027" t="1" r="18526" b="3353"/>
          <a:stretch/>
        </p:blipFill>
        <p:spPr>
          <a:xfrm>
            <a:off x="10257577" y="5096470"/>
            <a:ext cx="194166" cy="28241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</p:pic>
      <p:pic>
        <p:nvPicPr>
          <p:cNvPr id="195" name="Picture 194" descr="A cartoon of a person&#10;&#10;Description automatically generated">
            <a:extLst>
              <a:ext uri="{FF2B5EF4-FFF2-40B4-BE49-F238E27FC236}">
                <a16:creationId xmlns:a16="http://schemas.microsoft.com/office/drawing/2014/main" id="{30EDEAE6-55BB-0222-4ACB-242C64934494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027" t="1" r="18526" b="3353"/>
          <a:stretch/>
        </p:blipFill>
        <p:spPr>
          <a:xfrm>
            <a:off x="10257577" y="5587749"/>
            <a:ext cx="194166" cy="28241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</p:pic>
      <p:pic>
        <p:nvPicPr>
          <p:cNvPr id="196" name="Picture 195" descr="A cartoon of a person&#10;&#10;Description automatically generated">
            <a:extLst>
              <a:ext uri="{FF2B5EF4-FFF2-40B4-BE49-F238E27FC236}">
                <a16:creationId xmlns:a16="http://schemas.microsoft.com/office/drawing/2014/main" id="{1D92C027-06A5-BA96-46BF-6047B6F22A26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rgbClr val="FF000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027" t="1" r="18526" b="3353"/>
          <a:stretch/>
        </p:blipFill>
        <p:spPr>
          <a:xfrm>
            <a:off x="10252752" y="6079017"/>
            <a:ext cx="194166" cy="28241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</p:pic>
      <p:sp>
        <p:nvSpPr>
          <p:cNvPr id="197" name="Rectangle: Rounded Corners 196">
            <a:extLst>
              <a:ext uri="{FF2B5EF4-FFF2-40B4-BE49-F238E27FC236}">
                <a16:creationId xmlns:a16="http://schemas.microsoft.com/office/drawing/2014/main" id="{F8D10539-2F9E-BDD0-774B-56180F1C9107}"/>
              </a:ext>
            </a:extLst>
          </p:cNvPr>
          <p:cNvSpPr/>
          <p:nvPr/>
        </p:nvSpPr>
        <p:spPr>
          <a:xfrm>
            <a:off x="10544527" y="4592699"/>
            <a:ext cx="376911" cy="339688"/>
          </a:xfrm>
          <a:custGeom>
            <a:avLst/>
            <a:gdLst>
              <a:gd name="connsiteX0" fmla="*/ 0 w 376911"/>
              <a:gd name="connsiteY0" fmla="*/ 56616 h 339688"/>
              <a:gd name="connsiteX1" fmla="*/ 56616 w 376911"/>
              <a:gd name="connsiteY1" fmla="*/ 0 h 339688"/>
              <a:gd name="connsiteX2" fmla="*/ 320295 w 376911"/>
              <a:gd name="connsiteY2" fmla="*/ 0 h 339688"/>
              <a:gd name="connsiteX3" fmla="*/ 376911 w 376911"/>
              <a:gd name="connsiteY3" fmla="*/ 56616 h 339688"/>
              <a:gd name="connsiteX4" fmla="*/ 376911 w 376911"/>
              <a:gd name="connsiteY4" fmla="*/ 283072 h 339688"/>
              <a:gd name="connsiteX5" fmla="*/ 320295 w 376911"/>
              <a:gd name="connsiteY5" fmla="*/ 339688 h 339688"/>
              <a:gd name="connsiteX6" fmla="*/ 56616 w 376911"/>
              <a:gd name="connsiteY6" fmla="*/ 339688 h 339688"/>
              <a:gd name="connsiteX7" fmla="*/ 0 w 376911"/>
              <a:gd name="connsiteY7" fmla="*/ 283072 h 339688"/>
              <a:gd name="connsiteX8" fmla="*/ 0 w 376911"/>
              <a:gd name="connsiteY8" fmla="*/ 56616 h 3396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76911" h="339688" fill="none" extrusionOk="0">
                <a:moveTo>
                  <a:pt x="0" y="56616"/>
                </a:moveTo>
                <a:cubicBezTo>
                  <a:pt x="7398" y="23935"/>
                  <a:pt x="23991" y="4153"/>
                  <a:pt x="56616" y="0"/>
                </a:cubicBezTo>
                <a:cubicBezTo>
                  <a:pt x="180520" y="-6023"/>
                  <a:pt x="197285" y="30225"/>
                  <a:pt x="320295" y="0"/>
                </a:cubicBezTo>
                <a:cubicBezTo>
                  <a:pt x="347126" y="-2678"/>
                  <a:pt x="380643" y="18208"/>
                  <a:pt x="376911" y="56616"/>
                </a:cubicBezTo>
                <a:cubicBezTo>
                  <a:pt x="392545" y="133641"/>
                  <a:pt x="363208" y="173156"/>
                  <a:pt x="376911" y="283072"/>
                </a:cubicBezTo>
                <a:cubicBezTo>
                  <a:pt x="375957" y="314060"/>
                  <a:pt x="353642" y="342022"/>
                  <a:pt x="320295" y="339688"/>
                </a:cubicBezTo>
                <a:cubicBezTo>
                  <a:pt x="225102" y="360110"/>
                  <a:pt x="188037" y="322870"/>
                  <a:pt x="56616" y="339688"/>
                </a:cubicBezTo>
                <a:cubicBezTo>
                  <a:pt x="29591" y="340651"/>
                  <a:pt x="-440" y="313612"/>
                  <a:pt x="0" y="283072"/>
                </a:cubicBezTo>
                <a:cubicBezTo>
                  <a:pt x="-25707" y="171411"/>
                  <a:pt x="21278" y="120561"/>
                  <a:pt x="0" y="56616"/>
                </a:cubicBezTo>
                <a:close/>
              </a:path>
              <a:path w="376911" h="339688" stroke="0" extrusionOk="0">
                <a:moveTo>
                  <a:pt x="0" y="56616"/>
                </a:moveTo>
                <a:cubicBezTo>
                  <a:pt x="918" y="16607"/>
                  <a:pt x="22765" y="832"/>
                  <a:pt x="56616" y="0"/>
                </a:cubicBezTo>
                <a:cubicBezTo>
                  <a:pt x="129203" y="-4173"/>
                  <a:pt x="261512" y="11961"/>
                  <a:pt x="320295" y="0"/>
                </a:cubicBezTo>
                <a:cubicBezTo>
                  <a:pt x="357427" y="-3793"/>
                  <a:pt x="375919" y="27640"/>
                  <a:pt x="376911" y="56616"/>
                </a:cubicBezTo>
                <a:cubicBezTo>
                  <a:pt x="377407" y="140893"/>
                  <a:pt x="358915" y="174208"/>
                  <a:pt x="376911" y="283072"/>
                </a:cubicBezTo>
                <a:cubicBezTo>
                  <a:pt x="380248" y="313742"/>
                  <a:pt x="351530" y="334974"/>
                  <a:pt x="320295" y="339688"/>
                </a:cubicBezTo>
                <a:cubicBezTo>
                  <a:pt x="200926" y="346628"/>
                  <a:pt x="153223" y="336606"/>
                  <a:pt x="56616" y="339688"/>
                </a:cubicBezTo>
                <a:cubicBezTo>
                  <a:pt x="23671" y="337053"/>
                  <a:pt x="-2731" y="310669"/>
                  <a:pt x="0" y="283072"/>
                </a:cubicBezTo>
                <a:cubicBezTo>
                  <a:pt x="-9030" y="209057"/>
                  <a:pt x="6277" y="145332"/>
                  <a:pt x="0" y="56616"/>
                </a:cubicBezTo>
                <a:close/>
              </a:path>
            </a:pathLst>
          </a:custGeom>
          <a:solidFill>
            <a:schemeClr val="accent4">
              <a:lumMod val="40000"/>
              <a:lumOff val="60000"/>
            </a:schemeClr>
          </a:solidFill>
          <a:ln>
            <a:extLst>
              <a:ext uri="{C807C97D-BFC1-408E-A445-0C87EB9F89A2}">
                <ask:lineSketchStyleProps xmlns:ask="http://schemas.microsoft.com/office/drawing/2018/sketchyshapes" sd="1712354505">
                  <a:prstGeom prst="round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/>
                </a:solidFill>
                <a:latin typeface="Ink Free" panose="03080402000500000000" pitchFamily="66" charset="0"/>
              </a:rPr>
              <a:t>…</a:t>
            </a:r>
            <a:endParaRPr lang="en-DE" sz="1100" dirty="0">
              <a:solidFill>
                <a:schemeClr val="tx1"/>
              </a:solidFill>
              <a:latin typeface="Ink Free" panose="03080402000500000000" pitchFamily="66" charset="0"/>
            </a:endParaRPr>
          </a:p>
        </p:txBody>
      </p:sp>
      <p:sp>
        <p:nvSpPr>
          <p:cNvPr id="198" name="Rectangle: Rounded Corners 197">
            <a:extLst>
              <a:ext uri="{FF2B5EF4-FFF2-40B4-BE49-F238E27FC236}">
                <a16:creationId xmlns:a16="http://schemas.microsoft.com/office/drawing/2014/main" id="{8C0C5998-CEBB-B25E-5672-11A82C4445F0}"/>
              </a:ext>
            </a:extLst>
          </p:cNvPr>
          <p:cNvSpPr/>
          <p:nvPr/>
        </p:nvSpPr>
        <p:spPr>
          <a:xfrm>
            <a:off x="10544527" y="5078543"/>
            <a:ext cx="376911" cy="339688"/>
          </a:xfrm>
          <a:custGeom>
            <a:avLst/>
            <a:gdLst>
              <a:gd name="connsiteX0" fmla="*/ 0 w 376911"/>
              <a:gd name="connsiteY0" fmla="*/ 56616 h 339688"/>
              <a:gd name="connsiteX1" fmla="*/ 56616 w 376911"/>
              <a:gd name="connsiteY1" fmla="*/ 0 h 339688"/>
              <a:gd name="connsiteX2" fmla="*/ 320295 w 376911"/>
              <a:gd name="connsiteY2" fmla="*/ 0 h 339688"/>
              <a:gd name="connsiteX3" fmla="*/ 376911 w 376911"/>
              <a:gd name="connsiteY3" fmla="*/ 56616 h 339688"/>
              <a:gd name="connsiteX4" fmla="*/ 376911 w 376911"/>
              <a:gd name="connsiteY4" fmla="*/ 283072 h 339688"/>
              <a:gd name="connsiteX5" fmla="*/ 320295 w 376911"/>
              <a:gd name="connsiteY5" fmla="*/ 339688 h 339688"/>
              <a:gd name="connsiteX6" fmla="*/ 56616 w 376911"/>
              <a:gd name="connsiteY6" fmla="*/ 339688 h 339688"/>
              <a:gd name="connsiteX7" fmla="*/ 0 w 376911"/>
              <a:gd name="connsiteY7" fmla="*/ 283072 h 339688"/>
              <a:gd name="connsiteX8" fmla="*/ 0 w 376911"/>
              <a:gd name="connsiteY8" fmla="*/ 56616 h 3396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76911" h="339688" fill="none" extrusionOk="0">
                <a:moveTo>
                  <a:pt x="0" y="56616"/>
                </a:moveTo>
                <a:cubicBezTo>
                  <a:pt x="7398" y="23935"/>
                  <a:pt x="23991" y="4153"/>
                  <a:pt x="56616" y="0"/>
                </a:cubicBezTo>
                <a:cubicBezTo>
                  <a:pt x="180520" y="-6023"/>
                  <a:pt x="197285" y="30225"/>
                  <a:pt x="320295" y="0"/>
                </a:cubicBezTo>
                <a:cubicBezTo>
                  <a:pt x="347126" y="-2678"/>
                  <a:pt x="380643" y="18208"/>
                  <a:pt x="376911" y="56616"/>
                </a:cubicBezTo>
                <a:cubicBezTo>
                  <a:pt x="392545" y="133641"/>
                  <a:pt x="363208" y="173156"/>
                  <a:pt x="376911" y="283072"/>
                </a:cubicBezTo>
                <a:cubicBezTo>
                  <a:pt x="375957" y="314060"/>
                  <a:pt x="353642" y="342022"/>
                  <a:pt x="320295" y="339688"/>
                </a:cubicBezTo>
                <a:cubicBezTo>
                  <a:pt x="225102" y="360110"/>
                  <a:pt x="188037" y="322870"/>
                  <a:pt x="56616" y="339688"/>
                </a:cubicBezTo>
                <a:cubicBezTo>
                  <a:pt x="29591" y="340651"/>
                  <a:pt x="-440" y="313612"/>
                  <a:pt x="0" y="283072"/>
                </a:cubicBezTo>
                <a:cubicBezTo>
                  <a:pt x="-25707" y="171411"/>
                  <a:pt x="21278" y="120561"/>
                  <a:pt x="0" y="56616"/>
                </a:cubicBezTo>
                <a:close/>
              </a:path>
              <a:path w="376911" h="339688" stroke="0" extrusionOk="0">
                <a:moveTo>
                  <a:pt x="0" y="56616"/>
                </a:moveTo>
                <a:cubicBezTo>
                  <a:pt x="918" y="16607"/>
                  <a:pt x="22765" y="832"/>
                  <a:pt x="56616" y="0"/>
                </a:cubicBezTo>
                <a:cubicBezTo>
                  <a:pt x="129203" y="-4173"/>
                  <a:pt x="261512" y="11961"/>
                  <a:pt x="320295" y="0"/>
                </a:cubicBezTo>
                <a:cubicBezTo>
                  <a:pt x="357427" y="-3793"/>
                  <a:pt x="375919" y="27640"/>
                  <a:pt x="376911" y="56616"/>
                </a:cubicBezTo>
                <a:cubicBezTo>
                  <a:pt x="377407" y="140893"/>
                  <a:pt x="358915" y="174208"/>
                  <a:pt x="376911" y="283072"/>
                </a:cubicBezTo>
                <a:cubicBezTo>
                  <a:pt x="380248" y="313742"/>
                  <a:pt x="351530" y="334974"/>
                  <a:pt x="320295" y="339688"/>
                </a:cubicBezTo>
                <a:cubicBezTo>
                  <a:pt x="200926" y="346628"/>
                  <a:pt x="153223" y="336606"/>
                  <a:pt x="56616" y="339688"/>
                </a:cubicBezTo>
                <a:cubicBezTo>
                  <a:pt x="23671" y="337053"/>
                  <a:pt x="-2731" y="310669"/>
                  <a:pt x="0" y="283072"/>
                </a:cubicBezTo>
                <a:cubicBezTo>
                  <a:pt x="-9030" y="209057"/>
                  <a:pt x="6277" y="145332"/>
                  <a:pt x="0" y="56616"/>
                </a:cubicBezTo>
                <a:close/>
              </a:path>
            </a:pathLst>
          </a:custGeom>
          <a:solidFill>
            <a:schemeClr val="accent4">
              <a:lumMod val="40000"/>
              <a:lumOff val="60000"/>
            </a:schemeClr>
          </a:solidFill>
          <a:ln>
            <a:extLst>
              <a:ext uri="{C807C97D-BFC1-408E-A445-0C87EB9F89A2}">
                <ask:lineSketchStyleProps xmlns:ask="http://schemas.microsoft.com/office/drawing/2018/sketchyshapes" sd="1712354505">
                  <a:prstGeom prst="round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/>
                </a:solidFill>
                <a:latin typeface="Ink Free" panose="03080402000500000000" pitchFamily="66" charset="0"/>
              </a:rPr>
              <a:t>…</a:t>
            </a:r>
            <a:endParaRPr lang="en-DE" sz="1100" dirty="0">
              <a:solidFill>
                <a:schemeClr val="tx1"/>
              </a:solidFill>
              <a:latin typeface="Ink Free" panose="03080402000500000000" pitchFamily="66" charset="0"/>
            </a:endParaRPr>
          </a:p>
        </p:txBody>
      </p:sp>
      <p:sp>
        <p:nvSpPr>
          <p:cNvPr id="199" name="Rectangle: Rounded Corners 198">
            <a:extLst>
              <a:ext uri="{FF2B5EF4-FFF2-40B4-BE49-F238E27FC236}">
                <a16:creationId xmlns:a16="http://schemas.microsoft.com/office/drawing/2014/main" id="{44F18B0A-5BF4-94D2-8AA9-582C91FD4EDB}"/>
              </a:ext>
            </a:extLst>
          </p:cNvPr>
          <p:cNvSpPr/>
          <p:nvPr/>
        </p:nvSpPr>
        <p:spPr>
          <a:xfrm>
            <a:off x="10544527" y="5569822"/>
            <a:ext cx="376911" cy="339688"/>
          </a:xfrm>
          <a:custGeom>
            <a:avLst/>
            <a:gdLst>
              <a:gd name="connsiteX0" fmla="*/ 0 w 376911"/>
              <a:gd name="connsiteY0" fmla="*/ 56616 h 339688"/>
              <a:gd name="connsiteX1" fmla="*/ 56616 w 376911"/>
              <a:gd name="connsiteY1" fmla="*/ 0 h 339688"/>
              <a:gd name="connsiteX2" fmla="*/ 320295 w 376911"/>
              <a:gd name="connsiteY2" fmla="*/ 0 h 339688"/>
              <a:gd name="connsiteX3" fmla="*/ 376911 w 376911"/>
              <a:gd name="connsiteY3" fmla="*/ 56616 h 339688"/>
              <a:gd name="connsiteX4" fmla="*/ 376911 w 376911"/>
              <a:gd name="connsiteY4" fmla="*/ 283072 h 339688"/>
              <a:gd name="connsiteX5" fmla="*/ 320295 w 376911"/>
              <a:gd name="connsiteY5" fmla="*/ 339688 h 339688"/>
              <a:gd name="connsiteX6" fmla="*/ 56616 w 376911"/>
              <a:gd name="connsiteY6" fmla="*/ 339688 h 339688"/>
              <a:gd name="connsiteX7" fmla="*/ 0 w 376911"/>
              <a:gd name="connsiteY7" fmla="*/ 283072 h 339688"/>
              <a:gd name="connsiteX8" fmla="*/ 0 w 376911"/>
              <a:gd name="connsiteY8" fmla="*/ 56616 h 3396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76911" h="339688" fill="none" extrusionOk="0">
                <a:moveTo>
                  <a:pt x="0" y="56616"/>
                </a:moveTo>
                <a:cubicBezTo>
                  <a:pt x="7398" y="23935"/>
                  <a:pt x="23991" y="4153"/>
                  <a:pt x="56616" y="0"/>
                </a:cubicBezTo>
                <a:cubicBezTo>
                  <a:pt x="180520" y="-6023"/>
                  <a:pt x="197285" y="30225"/>
                  <a:pt x="320295" y="0"/>
                </a:cubicBezTo>
                <a:cubicBezTo>
                  <a:pt x="347126" y="-2678"/>
                  <a:pt x="380643" y="18208"/>
                  <a:pt x="376911" y="56616"/>
                </a:cubicBezTo>
                <a:cubicBezTo>
                  <a:pt x="392545" y="133641"/>
                  <a:pt x="363208" y="173156"/>
                  <a:pt x="376911" y="283072"/>
                </a:cubicBezTo>
                <a:cubicBezTo>
                  <a:pt x="375957" y="314060"/>
                  <a:pt x="353642" y="342022"/>
                  <a:pt x="320295" y="339688"/>
                </a:cubicBezTo>
                <a:cubicBezTo>
                  <a:pt x="225102" y="360110"/>
                  <a:pt x="188037" y="322870"/>
                  <a:pt x="56616" y="339688"/>
                </a:cubicBezTo>
                <a:cubicBezTo>
                  <a:pt x="29591" y="340651"/>
                  <a:pt x="-440" y="313612"/>
                  <a:pt x="0" y="283072"/>
                </a:cubicBezTo>
                <a:cubicBezTo>
                  <a:pt x="-25707" y="171411"/>
                  <a:pt x="21278" y="120561"/>
                  <a:pt x="0" y="56616"/>
                </a:cubicBezTo>
                <a:close/>
              </a:path>
              <a:path w="376911" h="339688" stroke="0" extrusionOk="0">
                <a:moveTo>
                  <a:pt x="0" y="56616"/>
                </a:moveTo>
                <a:cubicBezTo>
                  <a:pt x="918" y="16607"/>
                  <a:pt x="22765" y="832"/>
                  <a:pt x="56616" y="0"/>
                </a:cubicBezTo>
                <a:cubicBezTo>
                  <a:pt x="129203" y="-4173"/>
                  <a:pt x="261512" y="11961"/>
                  <a:pt x="320295" y="0"/>
                </a:cubicBezTo>
                <a:cubicBezTo>
                  <a:pt x="357427" y="-3793"/>
                  <a:pt x="375919" y="27640"/>
                  <a:pt x="376911" y="56616"/>
                </a:cubicBezTo>
                <a:cubicBezTo>
                  <a:pt x="377407" y="140893"/>
                  <a:pt x="358915" y="174208"/>
                  <a:pt x="376911" y="283072"/>
                </a:cubicBezTo>
                <a:cubicBezTo>
                  <a:pt x="380248" y="313742"/>
                  <a:pt x="351530" y="334974"/>
                  <a:pt x="320295" y="339688"/>
                </a:cubicBezTo>
                <a:cubicBezTo>
                  <a:pt x="200926" y="346628"/>
                  <a:pt x="153223" y="336606"/>
                  <a:pt x="56616" y="339688"/>
                </a:cubicBezTo>
                <a:cubicBezTo>
                  <a:pt x="23671" y="337053"/>
                  <a:pt x="-2731" y="310669"/>
                  <a:pt x="0" y="283072"/>
                </a:cubicBezTo>
                <a:cubicBezTo>
                  <a:pt x="-9030" y="209057"/>
                  <a:pt x="6277" y="145332"/>
                  <a:pt x="0" y="56616"/>
                </a:cubicBezTo>
                <a:close/>
              </a:path>
            </a:pathLst>
          </a:custGeom>
          <a:solidFill>
            <a:schemeClr val="accent4">
              <a:lumMod val="40000"/>
              <a:lumOff val="60000"/>
            </a:schemeClr>
          </a:solidFill>
          <a:ln>
            <a:extLst>
              <a:ext uri="{C807C97D-BFC1-408E-A445-0C87EB9F89A2}">
                <ask:lineSketchStyleProps xmlns:ask="http://schemas.microsoft.com/office/drawing/2018/sketchyshapes" sd="1712354505">
                  <a:prstGeom prst="round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/>
                </a:solidFill>
                <a:latin typeface="Ink Free" panose="03080402000500000000" pitchFamily="66" charset="0"/>
              </a:rPr>
              <a:t>…</a:t>
            </a:r>
            <a:endParaRPr lang="en-DE" sz="1100" dirty="0">
              <a:solidFill>
                <a:schemeClr val="tx1"/>
              </a:solidFill>
              <a:latin typeface="Ink Free" panose="03080402000500000000" pitchFamily="66" charset="0"/>
            </a:endParaRPr>
          </a:p>
        </p:txBody>
      </p:sp>
      <p:sp>
        <p:nvSpPr>
          <p:cNvPr id="200" name="Rectangle: Rounded Corners 199">
            <a:extLst>
              <a:ext uri="{FF2B5EF4-FFF2-40B4-BE49-F238E27FC236}">
                <a16:creationId xmlns:a16="http://schemas.microsoft.com/office/drawing/2014/main" id="{9EA3B681-6165-7B1D-7B89-1B3470315F78}"/>
              </a:ext>
            </a:extLst>
          </p:cNvPr>
          <p:cNvSpPr/>
          <p:nvPr/>
        </p:nvSpPr>
        <p:spPr>
          <a:xfrm>
            <a:off x="10539702" y="6061090"/>
            <a:ext cx="376911" cy="339688"/>
          </a:xfrm>
          <a:custGeom>
            <a:avLst/>
            <a:gdLst>
              <a:gd name="connsiteX0" fmla="*/ 0 w 376911"/>
              <a:gd name="connsiteY0" fmla="*/ 56616 h 339688"/>
              <a:gd name="connsiteX1" fmla="*/ 56616 w 376911"/>
              <a:gd name="connsiteY1" fmla="*/ 0 h 339688"/>
              <a:gd name="connsiteX2" fmla="*/ 320295 w 376911"/>
              <a:gd name="connsiteY2" fmla="*/ 0 h 339688"/>
              <a:gd name="connsiteX3" fmla="*/ 376911 w 376911"/>
              <a:gd name="connsiteY3" fmla="*/ 56616 h 339688"/>
              <a:gd name="connsiteX4" fmla="*/ 376911 w 376911"/>
              <a:gd name="connsiteY4" fmla="*/ 283072 h 339688"/>
              <a:gd name="connsiteX5" fmla="*/ 320295 w 376911"/>
              <a:gd name="connsiteY5" fmla="*/ 339688 h 339688"/>
              <a:gd name="connsiteX6" fmla="*/ 56616 w 376911"/>
              <a:gd name="connsiteY6" fmla="*/ 339688 h 339688"/>
              <a:gd name="connsiteX7" fmla="*/ 0 w 376911"/>
              <a:gd name="connsiteY7" fmla="*/ 283072 h 339688"/>
              <a:gd name="connsiteX8" fmla="*/ 0 w 376911"/>
              <a:gd name="connsiteY8" fmla="*/ 56616 h 3396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76911" h="339688" fill="none" extrusionOk="0">
                <a:moveTo>
                  <a:pt x="0" y="56616"/>
                </a:moveTo>
                <a:cubicBezTo>
                  <a:pt x="7398" y="23935"/>
                  <a:pt x="23991" y="4153"/>
                  <a:pt x="56616" y="0"/>
                </a:cubicBezTo>
                <a:cubicBezTo>
                  <a:pt x="180520" y="-6023"/>
                  <a:pt x="197285" y="30225"/>
                  <a:pt x="320295" y="0"/>
                </a:cubicBezTo>
                <a:cubicBezTo>
                  <a:pt x="347126" y="-2678"/>
                  <a:pt x="380643" y="18208"/>
                  <a:pt x="376911" y="56616"/>
                </a:cubicBezTo>
                <a:cubicBezTo>
                  <a:pt x="392545" y="133641"/>
                  <a:pt x="363208" y="173156"/>
                  <a:pt x="376911" y="283072"/>
                </a:cubicBezTo>
                <a:cubicBezTo>
                  <a:pt x="375957" y="314060"/>
                  <a:pt x="353642" y="342022"/>
                  <a:pt x="320295" y="339688"/>
                </a:cubicBezTo>
                <a:cubicBezTo>
                  <a:pt x="225102" y="360110"/>
                  <a:pt x="188037" y="322870"/>
                  <a:pt x="56616" y="339688"/>
                </a:cubicBezTo>
                <a:cubicBezTo>
                  <a:pt x="29591" y="340651"/>
                  <a:pt x="-440" y="313612"/>
                  <a:pt x="0" y="283072"/>
                </a:cubicBezTo>
                <a:cubicBezTo>
                  <a:pt x="-25707" y="171411"/>
                  <a:pt x="21278" y="120561"/>
                  <a:pt x="0" y="56616"/>
                </a:cubicBezTo>
                <a:close/>
              </a:path>
              <a:path w="376911" h="339688" stroke="0" extrusionOk="0">
                <a:moveTo>
                  <a:pt x="0" y="56616"/>
                </a:moveTo>
                <a:cubicBezTo>
                  <a:pt x="918" y="16607"/>
                  <a:pt x="22765" y="832"/>
                  <a:pt x="56616" y="0"/>
                </a:cubicBezTo>
                <a:cubicBezTo>
                  <a:pt x="129203" y="-4173"/>
                  <a:pt x="261512" y="11961"/>
                  <a:pt x="320295" y="0"/>
                </a:cubicBezTo>
                <a:cubicBezTo>
                  <a:pt x="357427" y="-3793"/>
                  <a:pt x="375919" y="27640"/>
                  <a:pt x="376911" y="56616"/>
                </a:cubicBezTo>
                <a:cubicBezTo>
                  <a:pt x="377407" y="140893"/>
                  <a:pt x="358915" y="174208"/>
                  <a:pt x="376911" y="283072"/>
                </a:cubicBezTo>
                <a:cubicBezTo>
                  <a:pt x="380248" y="313742"/>
                  <a:pt x="351530" y="334974"/>
                  <a:pt x="320295" y="339688"/>
                </a:cubicBezTo>
                <a:cubicBezTo>
                  <a:pt x="200926" y="346628"/>
                  <a:pt x="153223" y="336606"/>
                  <a:pt x="56616" y="339688"/>
                </a:cubicBezTo>
                <a:cubicBezTo>
                  <a:pt x="23671" y="337053"/>
                  <a:pt x="-2731" y="310669"/>
                  <a:pt x="0" y="283072"/>
                </a:cubicBezTo>
                <a:cubicBezTo>
                  <a:pt x="-9030" y="209057"/>
                  <a:pt x="6277" y="145332"/>
                  <a:pt x="0" y="56616"/>
                </a:cubicBezTo>
                <a:close/>
              </a:path>
            </a:pathLst>
          </a:custGeom>
          <a:solidFill>
            <a:schemeClr val="accent4">
              <a:lumMod val="40000"/>
              <a:lumOff val="60000"/>
            </a:schemeClr>
          </a:solidFill>
          <a:ln>
            <a:extLst>
              <a:ext uri="{C807C97D-BFC1-408E-A445-0C87EB9F89A2}">
                <ask:lineSketchStyleProps xmlns:ask="http://schemas.microsoft.com/office/drawing/2018/sketchyshapes" sd="1712354505">
                  <a:prstGeom prst="round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/>
                </a:solidFill>
                <a:latin typeface="Ink Free" panose="03080402000500000000" pitchFamily="66" charset="0"/>
              </a:rPr>
              <a:t>…</a:t>
            </a:r>
            <a:endParaRPr lang="en-DE" sz="1100" dirty="0">
              <a:solidFill>
                <a:schemeClr val="tx1"/>
              </a:solidFill>
              <a:latin typeface="Ink Free" panose="03080402000500000000" pitchFamily="66" charset="0"/>
            </a:endParaRPr>
          </a:p>
        </p:txBody>
      </p:sp>
      <p:sp>
        <p:nvSpPr>
          <p:cNvPr id="204" name="TextBox 203">
            <a:extLst>
              <a:ext uri="{FF2B5EF4-FFF2-40B4-BE49-F238E27FC236}">
                <a16:creationId xmlns:a16="http://schemas.microsoft.com/office/drawing/2014/main" id="{B7B94F04-DB3C-73B2-AD7D-C940920C4D8F}"/>
              </a:ext>
            </a:extLst>
          </p:cNvPr>
          <p:cNvSpPr txBox="1"/>
          <p:nvPr/>
        </p:nvSpPr>
        <p:spPr>
          <a:xfrm>
            <a:off x="841360" y="4199493"/>
            <a:ext cx="747259" cy="306467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rgbClr val="24682C"/>
            </a:solidFill>
          </a:ln>
        </p:spPr>
        <p:txBody>
          <a:bodyPr wrap="none" rtlCol="0">
            <a:spAutoFit/>
          </a:bodyPr>
          <a:lstStyle/>
          <a:p>
            <a:r>
              <a:rPr lang="en-US" sz="1200" dirty="0"/>
              <a:t>UK-Köln</a:t>
            </a:r>
            <a:endParaRPr lang="en-DE" sz="1200" dirty="0"/>
          </a:p>
        </p:txBody>
      </p:sp>
      <p:pic>
        <p:nvPicPr>
          <p:cNvPr id="50" name="Picture 49" descr="A building with a red cross on it&#10;&#10;Description automatically generated">
            <a:extLst>
              <a:ext uri="{FF2B5EF4-FFF2-40B4-BE49-F238E27FC236}">
                <a16:creationId xmlns:a16="http://schemas.microsoft.com/office/drawing/2014/main" id="{77DB3BD9-3ABB-8A83-FCB3-924C836BD74A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7676" y="3631873"/>
            <a:ext cx="641079" cy="641079"/>
          </a:xfrm>
          <a:prstGeom prst="rect">
            <a:avLst/>
          </a:prstGeom>
        </p:spPr>
      </p:pic>
      <p:sp>
        <p:nvSpPr>
          <p:cNvPr id="205" name="TextBox 204">
            <a:extLst>
              <a:ext uri="{FF2B5EF4-FFF2-40B4-BE49-F238E27FC236}">
                <a16:creationId xmlns:a16="http://schemas.microsoft.com/office/drawing/2014/main" id="{138F2F21-399C-4FCC-EDDE-8CC71561AB0A}"/>
              </a:ext>
            </a:extLst>
          </p:cNvPr>
          <p:cNvSpPr txBox="1"/>
          <p:nvPr/>
        </p:nvSpPr>
        <p:spPr>
          <a:xfrm>
            <a:off x="2471569" y="4199513"/>
            <a:ext cx="956057" cy="306467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txBody>
          <a:bodyPr wrap="none" rtlCol="0">
            <a:spAutoFit/>
          </a:bodyPr>
          <a:lstStyle/>
          <a:p>
            <a:r>
              <a:rPr lang="en-US" sz="1200" dirty="0"/>
              <a:t>UK-Aachen</a:t>
            </a:r>
            <a:endParaRPr lang="en-DE" sz="1200" dirty="0"/>
          </a:p>
        </p:txBody>
      </p:sp>
      <p:pic>
        <p:nvPicPr>
          <p:cNvPr id="52" name="Picture 51" descr="A building with a red cross on it&#10;&#10;Description automatically generated">
            <a:extLst>
              <a:ext uri="{FF2B5EF4-FFF2-40B4-BE49-F238E27FC236}">
                <a16:creationId xmlns:a16="http://schemas.microsoft.com/office/drawing/2014/main" id="{A64AB4FB-8DA2-E875-F50F-CBEAB390620A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1614" y="3640443"/>
            <a:ext cx="641079" cy="641079"/>
          </a:xfrm>
          <a:prstGeom prst="rect">
            <a:avLst/>
          </a:prstGeom>
        </p:spPr>
      </p:pic>
      <p:sp>
        <p:nvSpPr>
          <p:cNvPr id="207" name="TextBox 206">
            <a:extLst>
              <a:ext uri="{FF2B5EF4-FFF2-40B4-BE49-F238E27FC236}">
                <a16:creationId xmlns:a16="http://schemas.microsoft.com/office/drawing/2014/main" id="{B50F8044-9532-353E-B0B6-B77E7A8B5E61}"/>
              </a:ext>
            </a:extLst>
          </p:cNvPr>
          <p:cNvSpPr txBox="1"/>
          <p:nvPr/>
        </p:nvSpPr>
        <p:spPr>
          <a:xfrm>
            <a:off x="4155714" y="4185648"/>
            <a:ext cx="1004421" cy="306467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sz="1200" dirty="0"/>
              <a:t>UK-Marburg</a:t>
            </a:r>
            <a:endParaRPr lang="en-DE" sz="1200" dirty="0"/>
          </a:p>
        </p:txBody>
      </p:sp>
      <p:pic>
        <p:nvPicPr>
          <p:cNvPr id="51" name="Picture 50" descr="A building with a red cross on it&#10;&#10;Description automatically generated">
            <a:extLst>
              <a:ext uri="{FF2B5EF4-FFF2-40B4-BE49-F238E27FC236}">
                <a16:creationId xmlns:a16="http://schemas.microsoft.com/office/drawing/2014/main" id="{F96455E0-4CEE-9977-6B5A-F18085AEE057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5688" y="3628084"/>
            <a:ext cx="641079" cy="641079"/>
          </a:xfrm>
          <a:prstGeom prst="rect">
            <a:avLst/>
          </a:prstGeom>
        </p:spPr>
      </p:pic>
      <p:sp>
        <p:nvSpPr>
          <p:cNvPr id="208" name="TextBox 207">
            <a:extLst>
              <a:ext uri="{FF2B5EF4-FFF2-40B4-BE49-F238E27FC236}">
                <a16:creationId xmlns:a16="http://schemas.microsoft.com/office/drawing/2014/main" id="{92CC4F4B-D2C8-CE5A-7362-8B1DBA287F41}"/>
              </a:ext>
            </a:extLst>
          </p:cNvPr>
          <p:cNvSpPr txBox="1"/>
          <p:nvPr/>
        </p:nvSpPr>
        <p:spPr>
          <a:xfrm>
            <a:off x="7165251" y="4186278"/>
            <a:ext cx="747259" cy="306467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rgbClr val="24682C"/>
            </a:solidFill>
          </a:ln>
        </p:spPr>
        <p:txBody>
          <a:bodyPr wrap="none" rtlCol="0">
            <a:spAutoFit/>
          </a:bodyPr>
          <a:lstStyle/>
          <a:p>
            <a:r>
              <a:rPr lang="en-US" sz="1200" dirty="0"/>
              <a:t>UK-Köln</a:t>
            </a:r>
            <a:endParaRPr lang="en-DE" sz="1200" dirty="0"/>
          </a:p>
        </p:txBody>
      </p:sp>
      <p:sp>
        <p:nvSpPr>
          <p:cNvPr id="209" name="TextBox 208">
            <a:extLst>
              <a:ext uri="{FF2B5EF4-FFF2-40B4-BE49-F238E27FC236}">
                <a16:creationId xmlns:a16="http://schemas.microsoft.com/office/drawing/2014/main" id="{525A839E-5009-1941-C662-F39A3AEC9E18}"/>
              </a:ext>
            </a:extLst>
          </p:cNvPr>
          <p:cNvSpPr txBox="1"/>
          <p:nvPr/>
        </p:nvSpPr>
        <p:spPr>
          <a:xfrm>
            <a:off x="8655760" y="4186298"/>
            <a:ext cx="1112041" cy="306467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txBody>
          <a:bodyPr wrap="none" rtlCol="0">
            <a:spAutoFit/>
          </a:bodyPr>
          <a:lstStyle/>
          <a:p>
            <a:r>
              <a:rPr lang="en-US" sz="1200" dirty="0"/>
              <a:t>Family doctor</a:t>
            </a:r>
            <a:endParaRPr lang="en-DE" sz="1200" dirty="0"/>
          </a:p>
        </p:txBody>
      </p:sp>
      <p:sp>
        <p:nvSpPr>
          <p:cNvPr id="210" name="TextBox 209">
            <a:extLst>
              <a:ext uri="{FF2B5EF4-FFF2-40B4-BE49-F238E27FC236}">
                <a16:creationId xmlns:a16="http://schemas.microsoft.com/office/drawing/2014/main" id="{7F00DE07-4666-609F-006E-AEFE7316CA84}"/>
              </a:ext>
            </a:extLst>
          </p:cNvPr>
          <p:cNvSpPr txBox="1"/>
          <p:nvPr/>
        </p:nvSpPr>
        <p:spPr>
          <a:xfrm>
            <a:off x="10479605" y="4172433"/>
            <a:ext cx="863751" cy="306467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sz="1200" dirty="0"/>
              <a:t>Specialist</a:t>
            </a:r>
            <a:endParaRPr lang="en-DE" sz="1200" dirty="0"/>
          </a:p>
        </p:txBody>
      </p:sp>
      <p:pic>
        <p:nvPicPr>
          <p:cNvPr id="54" name="Picture 53" descr="A house and tree on a black background&#10;&#10;Description automatically generated">
            <a:extLst>
              <a:ext uri="{FF2B5EF4-FFF2-40B4-BE49-F238E27FC236}">
                <a16:creationId xmlns:a16="http://schemas.microsoft.com/office/drawing/2014/main" id="{E8550242-AF29-5800-65EB-B496F7B8DB65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4706" y="3644844"/>
            <a:ext cx="641079" cy="641079"/>
          </a:xfrm>
          <a:prstGeom prst="rect">
            <a:avLst/>
          </a:prstGeom>
        </p:spPr>
      </p:pic>
      <p:pic>
        <p:nvPicPr>
          <p:cNvPr id="56" name="Picture 55" descr="A building with a red cross on it&#10;&#10;Description automatically generated">
            <a:extLst>
              <a:ext uri="{FF2B5EF4-FFF2-40B4-BE49-F238E27FC236}">
                <a16:creationId xmlns:a16="http://schemas.microsoft.com/office/drawing/2014/main" id="{E628023A-8356-531C-46D2-B2F1083C5F95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7374" y="3652673"/>
            <a:ext cx="641079" cy="641079"/>
          </a:xfrm>
          <a:prstGeom prst="rect">
            <a:avLst/>
          </a:prstGeom>
        </p:spPr>
      </p:pic>
      <p:pic>
        <p:nvPicPr>
          <p:cNvPr id="58" name="Picture 57" descr="A building with a cross on top&#10;&#10;Description automatically generated">
            <a:extLst>
              <a:ext uri="{FF2B5EF4-FFF2-40B4-BE49-F238E27FC236}">
                <a16:creationId xmlns:a16="http://schemas.microsoft.com/office/drawing/2014/main" id="{CBFE09F5-7020-5023-41CD-8D5ADCD52CB3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18670" y="3656011"/>
            <a:ext cx="593204" cy="593204"/>
          </a:xfrm>
          <a:prstGeom prst="rect">
            <a:avLst/>
          </a:prstGeom>
        </p:spPr>
      </p:pic>
      <p:pic>
        <p:nvPicPr>
          <p:cNvPr id="213" name="Picture 212">
            <a:extLst>
              <a:ext uri="{FF2B5EF4-FFF2-40B4-BE49-F238E27FC236}">
                <a16:creationId xmlns:a16="http://schemas.microsoft.com/office/drawing/2014/main" id="{35355D24-66D8-2BC6-A6EC-B1ED21C6C52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625362" y="35013"/>
            <a:ext cx="11930906" cy="6840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74929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202A49-98D7-5037-A9FE-C4D8891350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Rectangle: Rounded Corners 392">
            <a:extLst>
              <a:ext uri="{FF2B5EF4-FFF2-40B4-BE49-F238E27FC236}">
                <a16:creationId xmlns:a16="http://schemas.microsoft.com/office/drawing/2014/main" id="{DBC12597-C5F0-30F2-8E17-6124968032CE}"/>
              </a:ext>
            </a:extLst>
          </p:cNvPr>
          <p:cNvSpPr/>
          <p:nvPr/>
        </p:nvSpPr>
        <p:spPr>
          <a:xfrm>
            <a:off x="647700" y="114300"/>
            <a:ext cx="10925175" cy="6286500"/>
          </a:xfrm>
          <a:prstGeom prst="roundRect">
            <a:avLst>
              <a:gd name="adj" fmla="val 593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A5DE09A-C839-D70A-1AD0-3AA883B5F65B}"/>
              </a:ext>
            </a:extLst>
          </p:cNvPr>
          <p:cNvSpPr/>
          <p:nvPr/>
        </p:nvSpPr>
        <p:spPr>
          <a:xfrm>
            <a:off x="3352800" y="338773"/>
            <a:ext cx="5172075" cy="127559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3798046833">
                  <a:custGeom>
                    <a:avLst/>
                    <a:gdLst>
                      <a:gd name="connsiteX0" fmla="*/ 0 w 3919682"/>
                      <a:gd name="connsiteY0" fmla="*/ 0 h 1246909"/>
                      <a:gd name="connsiteX1" fmla="*/ 481561 w 3919682"/>
                      <a:gd name="connsiteY1" fmla="*/ 0 h 1246909"/>
                      <a:gd name="connsiteX2" fmla="*/ 963122 w 3919682"/>
                      <a:gd name="connsiteY2" fmla="*/ 0 h 1246909"/>
                      <a:gd name="connsiteX3" fmla="*/ 1601470 w 3919682"/>
                      <a:gd name="connsiteY3" fmla="*/ 0 h 1246909"/>
                      <a:gd name="connsiteX4" fmla="*/ 2161425 w 3919682"/>
                      <a:gd name="connsiteY4" fmla="*/ 0 h 1246909"/>
                      <a:gd name="connsiteX5" fmla="*/ 2799773 w 3919682"/>
                      <a:gd name="connsiteY5" fmla="*/ 0 h 1246909"/>
                      <a:gd name="connsiteX6" fmla="*/ 3359727 w 3919682"/>
                      <a:gd name="connsiteY6" fmla="*/ 0 h 1246909"/>
                      <a:gd name="connsiteX7" fmla="*/ 3919682 w 3919682"/>
                      <a:gd name="connsiteY7" fmla="*/ 0 h 1246909"/>
                      <a:gd name="connsiteX8" fmla="*/ 3919682 w 3919682"/>
                      <a:gd name="connsiteY8" fmla="*/ 415636 h 1246909"/>
                      <a:gd name="connsiteX9" fmla="*/ 3919682 w 3919682"/>
                      <a:gd name="connsiteY9" fmla="*/ 818804 h 1246909"/>
                      <a:gd name="connsiteX10" fmla="*/ 3919682 w 3919682"/>
                      <a:gd name="connsiteY10" fmla="*/ 1246909 h 1246909"/>
                      <a:gd name="connsiteX11" fmla="*/ 3359727 w 3919682"/>
                      <a:gd name="connsiteY11" fmla="*/ 1246909 h 1246909"/>
                      <a:gd name="connsiteX12" fmla="*/ 2721379 w 3919682"/>
                      <a:gd name="connsiteY12" fmla="*/ 1246909 h 1246909"/>
                      <a:gd name="connsiteX13" fmla="*/ 2083031 w 3919682"/>
                      <a:gd name="connsiteY13" fmla="*/ 1246909 h 1246909"/>
                      <a:gd name="connsiteX14" fmla="*/ 1483880 w 3919682"/>
                      <a:gd name="connsiteY14" fmla="*/ 1246909 h 1246909"/>
                      <a:gd name="connsiteX15" fmla="*/ 845531 w 3919682"/>
                      <a:gd name="connsiteY15" fmla="*/ 1246909 h 1246909"/>
                      <a:gd name="connsiteX16" fmla="*/ 0 w 3919682"/>
                      <a:gd name="connsiteY16" fmla="*/ 1246909 h 1246909"/>
                      <a:gd name="connsiteX17" fmla="*/ 0 w 3919682"/>
                      <a:gd name="connsiteY17" fmla="*/ 868680 h 1246909"/>
                      <a:gd name="connsiteX18" fmla="*/ 0 w 3919682"/>
                      <a:gd name="connsiteY18" fmla="*/ 477982 h 1246909"/>
                      <a:gd name="connsiteX19" fmla="*/ 0 w 3919682"/>
                      <a:gd name="connsiteY19" fmla="*/ 0 h 124690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</a:cxnLst>
                    <a:rect l="l" t="t" r="r" b="b"/>
                    <a:pathLst>
                      <a:path w="3919682" h="1246909" fill="none" extrusionOk="0">
                        <a:moveTo>
                          <a:pt x="0" y="0"/>
                        </a:moveTo>
                        <a:cubicBezTo>
                          <a:pt x="217841" y="-5164"/>
                          <a:pt x="345386" y="23210"/>
                          <a:pt x="481561" y="0"/>
                        </a:cubicBezTo>
                        <a:cubicBezTo>
                          <a:pt x="617736" y="-23210"/>
                          <a:pt x="832695" y="3456"/>
                          <a:pt x="963122" y="0"/>
                        </a:cubicBezTo>
                        <a:cubicBezTo>
                          <a:pt x="1093549" y="-3456"/>
                          <a:pt x="1417580" y="66571"/>
                          <a:pt x="1601470" y="0"/>
                        </a:cubicBezTo>
                        <a:cubicBezTo>
                          <a:pt x="1785360" y="-66571"/>
                          <a:pt x="2022955" y="18624"/>
                          <a:pt x="2161425" y="0"/>
                        </a:cubicBezTo>
                        <a:cubicBezTo>
                          <a:pt x="2299895" y="-18624"/>
                          <a:pt x="2656056" y="73400"/>
                          <a:pt x="2799773" y="0"/>
                        </a:cubicBezTo>
                        <a:cubicBezTo>
                          <a:pt x="2943490" y="-73400"/>
                          <a:pt x="3113858" y="52940"/>
                          <a:pt x="3359727" y="0"/>
                        </a:cubicBezTo>
                        <a:cubicBezTo>
                          <a:pt x="3605596" y="-52940"/>
                          <a:pt x="3663068" y="55"/>
                          <a:pt x="3919682" y="0"/>
                        </a:cubicBezTo>
                        <a:cubicBezTo>
                          <a:pt x="3945174" y="125074"/>
                          <a:pt x="3898170" y="310450"/>
                          <a:pt x="3919682" y="415636"/>
                        </a:cubicBezTo>
                        <a:cubicBezTo>
                          <a:pt x="3941194" y="520822"/>
                          <a:pt x="3874110" y="703950"/>
                          <a:pt x="3919682" y="818804"/>
                        </a:cubicBezTo>
                        <a:cubicBezTo>
                          <a:pt x="3965254" y="933658"/>
                          <a:pt x="3888415" y="1158015"/>
                          <a:pt x="3919682" y="1246909"/>
                        </a:cubicBezTo>
                        <a:cubicBezTo>
                          <a:pt x="3673291" y="1298668"/>
                          <a:pt x="3571793" y="1238380"/>
                          <a:pt x="3359727" y="1246909"/>
                        </a:cubicBezTo>
                        <a:cubicBezTo>
                          <a:pt x="3147661" y="1255438"/>
                          <a:pt x="2874758" y="1241414"/>
                          <a:pt x="2721379" y="1246909"/>
                        </a:cubicBezTo>
                        <a:cubicBezTo>
                          <a:pt x="2568000" y="1252404"/>
                          <a:pt x="2369880" y="1216431"/>
                          <a:pt x="2083031" y="1246909"/>
                        </a:cubicBezTo>
                        <a:cubicBezTo>
                          <a:pt x="1796182" y="1277387"/>
                          <a:pt x="1782228" y="1176171"/>
                          <a:pt x="1483880" y="1246909"/>
                        </a:cubicBezTo>
                        <a:cubicBezTo>
                          <a:pt x="1185532" y="1317647"/>
                          <a:pt x="1017553" y="1221751"/>
                          <a:pt x="845531" y="1246909"/>
                        </a:cubicBezTo>
                        <a:cubicBezTo>
                          <a:pt x="673509" y="1272067"/>
                          <a:pt x="408064" y="1195320"/>
                          <a:pt x="0" y="1246909"/>
                        </a:cubicBezTo>
                        <a:cubicBezTo>
                          <a:pt x="-11326" y="1137265"/>
                          <a:pt x="11362" y="996057"/>
                          <a:pt x="0" y="868680"/>
                        </a:cubicBezTo>
                        <a:cubicBezTo>
                          <a:pt x="-11362" y="741303"/>
                          <a:pt x="9834" y="656917"/>
                          <a:pt x="0" y="477982"/>
                        </a:cubicBezTo>
                        <a:cubicBezTo>
                          <a:pt x="-9834" y="299047"/>
                          <a:pt x="33103" y="116700"/>
                          <a:pt x="0" y="0"/>
                        </a:cubicBezTo>
                        <a:close/>
                      </a:path>
                      <a:path w="3919682" h="1246909" stroke="0" extrusionOk="0">
                        <a:moveTo>
                          <a:pt x="0" y="0"/>
                        </a:moveTo>
                        <a:cubicBezTo>
                          <a:pt x="153422" y="-41418"/>
                          <a:pt x="285510" y="42575"/>
                          <a:pt x="442364" y="0"/>
                        </a:cubicBezTo>
                        <a:cubicBezTo>
                          <a:pt x="599218" y="-42575"/>
                          <a:pt x="820569" y="21103"/>
                          <a:pt x="963122" y="0"/>
                        </a:cubicBezTo>
                        <a:cubicBezTo>
                          <a:pt x="1105675" y="-21103"/>
                          <a:pt x="1368377" y="9518"/>
                          <a:pt x="1483880" y="0"/>
                        </a:cubicBezTo>
                        <a:cubicBezTo>
                          <a:pt x="1599383" y="-9518"/>
                          <a:pt x="1871875" y="10562"/>
                          <a:pt x="2004637" y="0"/>
                        </a:cubicBezTo>
                        <a:cubicBezTo>
                          <a:pt x="2137399" y="-10562"/>
                          <a:pt x="2347925" y="34173"/>
                          <a:pt x="2447001" y="0"/>
                        </a:cubicBezTo>
                        <a:cubicBezTo>
                          <a:pt x="2546077" y="-34173"/>
                          <a:pt x="2758154" y="51418"/>
                          <a:pt x="2928562" y="0"/>
                        </a:cubicBezTo>
                        <a:cubicBezTo>
                          <a:pt x="3098970" y="-51418"/>
                          <a:pt x="3425841" y="19840"/>
                          <a:pt x="3919682" y="0"/>
                        </a:cubicBezTo>
                        <a:cubicBezTo>
                          <a:pt x="3926180" y="134097"/>
                          <a:pt x="3899686" y="245469"/>
                          <a:pt x="3919682" y="415636"/>
                        </a:cubicBezTo>
                        <a:cubicBezTo>
                          <a:pt x="3939678" y="585803"/>
                          <a:pt x="3911216" y="682801"/>
                          <a:pt x="3919682" y="818804"/>
                        </a:cubicBezTo>
                        <a:cubicBezTo>
                          <a:pt x="3928148" y="954807"/>
                          <a:pt x="3869954" y="1077654"/>
                          <a:pt x="3919682" y="1246909"/>
                        </a:cubicBezTo>
                        <a:cubicBezTo>
                          <a:pt x="3622626" y="1287122"/>
                          <a:pt x="3425096" y="1175924"/>
                          <a:pt x="3281334" y="1246909"/>
                        </a:cubicBezTo>
                        <a:cubicBezTo>
                          <a:pt x="3137572" y="1317894"/>
                          <a:pt x="2962800" y="1243584"/>
                          <a:pt x="2838970" y="1246909"/>
                        </a:cubicBezTo>
                        <a:cubicBezTo>
                          <a:pt x="2715140" y="1250234"/>
                          <a:pt x="2517715" y="1239211"/>
                          <a:pt x="2318212" y="1246909"/>
                        </a:cubicBezTo>
                        <a:cubicBezTo>
                          <a:pt x="2118709" y="1254607"/>
                          <a:pt x="1846283" y="1214571"/>
                          <a:pt x="1679864" y="1246909"/>
                        </a:cubicBezTo>
                        <a:cubicBezTo>
                          <a:pt x="1513445" y="1279247"/>
                          <a:pt x="1356533" y="1203939"/>
                          <a:pt x="1080712" y="1246909"/>
                        </a:cubicBezTo>
                        <a:cubicBezTo>
                          <a:pt x="804891" y="1289879"/>
                          <a:pt x="784821" y="1221926"/>
                          <a:pt x="559955" y="1246909"/>
                        </a:cubicBezTo>
                        <a:cubicBezTo>
                          <a:pt x="335089" y="1271892"/>
                          <a:pt x="123187" y="1221061"/>
                          <a:pt x="0" y="1246909"/>
                        </a:cubicBezTo>
                        <a:cubicBezTo>
                          <a:pt x="-28043" y="1148436"/>
                          <a:pt x="21163" y="1048567"/>
                          <a:pt x="0" y="868680"/>
                        </a:cubicBezTo>
                        <a:cubicBezTo>
                          <a:pt x="-21163" y="688793"/>
                          <a:pt x="37553" y="557416"/>
                          <a:pt x="0" y="440575"/>
                        </a:cubicBezTo>
                        <a:cubicBezTo>
                          <a:pt x="-37553" y="323734"/>
                          <a:pt x="4557" y="209890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EDD3F0A-89DF-5B09-C54A-A56C7C29D551}"/>
              </a:ext>
            </a:extLst>
          </p:cNvPr>
          <p:cNvSpPr/>
          <p:nvPr/>
        </p:nvSpPr>
        <p:spPr>
          <a:xfrm>
            <a:off x="3457575" y="777538"/>
            <a:ext cx="4974815" cy="746730"/>
          </a:xfrm>
          <a:custGeom>
            <a:avLst/>
            <a:gdLst>
              <a:gd name="connsiteX0" fmla="*/ 0 w 4974815"/>
              <a:gd name="connsiteY0" fmla="*/ 0 h 746730"/>
              <a:gd name="connsiteX1" fmla="*/ 403513 w 4974815"/>
              <a:gd name="connsiteY1" fmla="*/ 0 h 746730"/>
              <a:gd name="connsiteX2" fmla="*/ 807026 w 4974815"/>
              <a:gd name="connsiteY2" fmla="*/ 0 h 746730"/>
              <a:gd name="connsiteX3" fmla="*/ 1210538 w 4974815"/>
              <a:gd name="connsiteY3" fmla="*/ 0 h 746730"/>
              <a:gd name="connsiteX4" fmla="*/ 1862792 w 4974815"/>
              <a:gd name="connsiteY4" fmla="*/ 0 h 746730"/>
              <a:gd name="connsiteX5" fmla="*/ 2515045 w 4974815"/>
              <a:gd name="connsiteY5" fmla="*/ 0 h 746730"/>
              <a:gd name="connsiteX6" fmla="*/ 3117551 w 4974815"/>
              <a:gd name="connsiteY6" fmla="*/ 0 h 746730"/>
              <a:gd name="connsiteX7" fmla="*/ 3769804 w 4974815"/>
              <a:gd name="connsiteY7" fmla="*/ 0 h 746730"/>
              <a:gd name="connsiteX8" fmla="*/ 4372310 w 4974815"/>
              <a:gd name="connsiteY8" fmla="*/ 0 h 746730"/>
              <a:gd name="connsiteX9" fmla="*/ 4974815 w 4974815"/>
              <a:gd name="connsiteY9" fmla="*/ 0 h 746730"/>
              <a:gd name="connsiteX10" fmla="*/ 4974815 w 4974815"/>
              <a:gd name="connsiteY10" fmla="*/ 350963 h 746730"/>
              <a:gd name="connsiteX11" fmla="*/ 4974815 w 4974815"/>
              <a:gd name="connsiteY11" fmla="*/ 746730 h 746730"/>
              <a:gd name="connsiteX12" fmla="*/ 4521554 w 4974815"/>
              <a:gd name="connsiteY12" fmla="*/ 746730 h 746730"/>
              <a:gd name="connsiteX13" fmla="*/ 4018545 w 4974815"/>
              <a:gd name="connsiteY13" fmla="*/ 746730 h 746730"/>
              <a:gd name="connsiteX14" fmla="*/ 3416040 w 4974815"/>
              <a:gd name="connsiteY14" fmla="*/ 746730 h 746730"/>
              <a:gd name="connsiteX15" fmla="*/ 2813534 w 4974815"/>
              <a:gd name="connsiteY15" fmla="*/ 746730 h 746730"/>
              <a:gd name="connsiteX16" fmla="*/ 2260777 w 4974815"/>
              <a:gd name="connsiteY16" fmla="*/ 746730 h 746730"/>
              <a:gd name="connsiteX17" fmla="*/ 1608524 w 4974815"/>
              <a:gd name="connsiteY17" fmla="*/ 746730 h 746730"/>
              <a:gd name="connsiteX18" fmla="*/ 1055766 w 4974815"/>
              <a:gd name="connsiteY18" fmla="*/ 746730 h 746730"/>
              <a:gd name="connsiteX19" fmla="*/ 652254 w 4974815"/>
              <a:gd name="connsiteY19" fmla="*/ 746730 h 746730"/>
              <a:gd name="connsiteX20" fmla="*/ 0 w 4974815"/>
              <a:gd name="connsiteY20" fmla="*/ 746730 h 746730"/>
              <a:gd name="connsiteX21" fmla="*/ 0 w 4974815"/>
              <a:gd name="connsiteY21" fmla="*/ 365898 h 746730"/>
              <a:gd name="connsiteX22" fmla="*/ 0 w 4974815"/>
              <a:gd name="connsiteY22" fmla="*/ 0 h 7467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4974815" h="746730" fill="none" extrusionOk="0">
                <a:moveTo>
                  <a:pt x="0" y="0"/>
                </a:moveTo>
                <a:cubicBezTo>
                  <a:pt x="96070" y="-18254"/>
                  <a:pt x="315507" y="3585"/>
                  <a:pt x="403513" y="0"/>
                </a:cubicBezTo>
                <a:cubicBezTo>
                  <a:pt x="491519" y="-3585"/>
                  <a:pt x="705838" y="4892"/>
                  <a:pt x="807026" y="0"/>
                </a:cubicBezTo>
                <a:cubicBezTo>
                  <a:pt x="908214" y="-4892"/>
                  <a:pt x="1114041" y="1988"/>
                  <a:pt x="1210538" y="0"/>
                </a:cubicBezTo>
                <a:cubicBezTo>
                  <a:pt x="1307035" y="-1988"/>
                  <a:pt x="1645257" y="58180"/>
                  <a:pt x="1862792" y="0"/>
                </a:cubicBezTo>
                <a:cubicBezTo>
                  <a:pt x="2080327" y="-58180"/>
                  <a:pt x="2203476" y="11883"/>
                  <a:pt x="2515045" y="0"/>
                </a:cubicBezTo>
                <a:cubicBezTo>
                  <a:pt x="2826614" y="-11883"/>
                  <a:pt x="2866046" y="50889"/>
                  <a:pt x="3117551" y="0"/>
                </a:cubicBezTo>
                <a:cubicBezTo>
                  <a:pt x="3369056" y="-50889"/>
                  <a:pt x="3611995" y="29908"/>
                  <a:pt x="3769804" y="0"/>
                </a:cubicBezTo>
                <a:cubicBezTo>
                  <a:pt x="3927613" y="-29908"/>
                  <a:pt x="4240232" y="15961"/>
                  <a:pt x="4372310" y="0"/>
                </a:cubicBezTo>
                <a:cubicBezTo>
                  <a:pt x="4504388" y="-15961"/>
                  <a:pt x="4812565" y="3710"/>
                  <a:pt x="4974815" y="0"/>
                </a:cubicBezTo>
                <a:cubicBezTo>
                  <a:pt x="4999312" y="88041"/>
                  <a:pt x="4969295" y="209251"/>
                  <a:pt x="4974815" y="350963"/>
                </a:cubicBezTo>
                <a:cubicBezTo>
                  <a:pt x="4980335" y="492675"/>
                  <a:pt x="4954782" y="657597"/>
                  <a:pt x="4974815" y="746730"/>
                </a:cubicBezTo>
                <a:cubicBezTo>
                  <a:pt x="4856126" y="749380"/>
                  <a:pt x="4617403" y="725902"/>
                  <a:pt x="4521554" y="746730"/>
                </a:cubicBezTo>
                <a:cubicBezTo>
                  <a:pt x="4425705" y="767558"/>
                  <a:pt x="4184640" y="697737"/>
                  <a:pt x="4018545" y="746730"/>
                </a:cubicBezTo>
                <a:cubicBezTo>
                  <a:pt x="3852450" y="795723"/>
                  <a:pt x="3694750" y="727368"/>
                  <a:pt x="3416040" y="746730"/>
                </a:cubicBezTo>
                <a:cubicBezTo>
                  <a:pt x="3137330" y="766092"/>
                  <a:pt x="2955375" y="700560"/>
                  <a:pt x="2813534" y="746730"/>
                </a:cubicBezTo>
                <a:cubicBezTo>
                  <a:pt x="2671693" y="792900"/>
                  <a:pt x="2500623" y="720900"/>
                  <a:pt x="2260777" y="746730"/>
                </a:cubicBezTo>
                <a:cubicBezTo>
                  <a:pt x="2020931" y="772560"/>
                  <a:pt x="1752446" y="676443"/>
                  <a:pt x="1608524" y="746730"/>
                </a:cubicBezTo>
                <a:cubicBezTo>
                  <a:pt x="1464602" y="817017"/>
                  <a:pt x="1259312" y="688414"/>
                  <a:pt x="1055766" y="746730"/>
                </a:cubicBezTo>
                <a:cubicBezTo>
                  <a:pt x="852220" y="805046"/>
                  <a:pt x="817065" y="723316"/>
                  <a:pt x="652254" y="746730"/>
                </a:cubicBezTo>
                <a:cubicBezTo>
                  <a:pt x="487443" y="770144"/>
                  <a:pt x="271033" y="742359"/>
                  <a:pt x="0" y="746730"/>
                </a:cubicBezTo>
                <a:cubicBezTo>
                  <a:pt x="-33494" y="589439"/>
                  <a:pt x="35755" y="471746"/>
                  <a:pt x="0" y="365898"/>
                </a:cubicBezTo>
                <a:cubicBezTo>
                  <a:pt x="-35755" y="260050"/>
                  <a:pt x="23484" y="98127"/>
                  <a:pt x="0" y="0"/>
                </a:cubicBezTo>
                <a:close/>
              </a:path>
              <a:path w="4974815" h="746730" stroke="0" extrusionOk="0">
                <a:moveTo>
                  <a:pt x="0" y="0"/>
                </a:moveTo>
                <a:cubicBezTo>
                  <a:pt x="99977" y="-10286"/>
                  <a:pt x="212600" y="40230"/>
                  <a:pt x="403513" y="0"/>
                </a:cubicBezTo>
                <a:cubicBezTo>
                  <a:pt x="594426" y="-40230"/>
                  <a:pt x="696772" y="58200"/>
                  <a:pt x="906522" y="0"/>
                </a:cubicBezTo>
                <a:cubicBezTo>
                  <a:pt x="1116272" y="-58200"/>
                  <a:pt x="1290336" y="50596"/>
                  <a:pt x="1459279" y="0"/>
                </a:cubicBezTo>
                <a:cubicBezTo>
                  <a:pt x="1628222" y="-50596"/>
                  <a:pt x="1871312" y="2016"/>
                  <a:pt x="2061784" y="0"/>
                </a:cubicBezTo>
                <a:cubicBezTo>
                  <a:pt x="2252256" y="-2016"/>
                  <a:pt x="2531803" y="74711"/>
                  <a:pt x="2714038" y="0"/>
                </a:cubicBezTo>
                <a:cubicBezTo>
                  <a:pt x="2896273" y="-74711"/>
                  <a:pt x="3009097" y="6363"/>
                  <a:pt x="3167299" y="0"/>
                </a:cubicBezTo>
                <a:cubicBezTo>
                  <a:pt x="3325501" y="-6363"/>
                  <a:pt x="3671493" y="73804"/>
                  <a:pt x="3819552" y="0"/>
                </a:cubicBezTo>
                <a:cubicBezTo>
                  <a:pt x="3967611" y="-73804"/>
                  <a:pt x="4265590" y="48278"/>
                  <a:pt x="4422058" y="0"/>
                </a:cubicBezTo>
                <a:cubicBezTo>
                  <a:pt x="4578526" y="-48278"/>
                  <a:pt x="4856090" y="63252"/>
                  <a:pt x="4974815" y="0"/>
                </a:cubicBezTo>
                <a:cubicBezTo>
                  <a:pt x="4996873" y="82536"/>
                  <a:pt x="4959165" y="276133"/>
                  <a:pt x="4974815" y="350963"/>
                </a:cubicBezTo>
                <a:cubicBezTo>
                  <a:pt x="4990465" y="425793"/>
                  <a:pt x="4928420" y="653536"/>
                  <a:pt x="4974815" y="746730"/>
                </a:cubicBezTo>
                <a:cubicBezTo>
                  <a:pt x="4737895" y="777709"/>
                  <a:pt x="4612351" y="722302"/>
                  <a:pt x="4372310" y="746730"/>
                </a:cubicBezTo>
                <a:cubicBezTo>
                  <a:pt x="4132270" y="771158"/>
                  <a:pt x="4045830" y="723040"/>
                  <a:pt x="3819552" y="746730"/>
                </a:cubicBezTo>
                <a:cubicBezTo>
                  <a:pt x="3593274" y="770420"/>
                  <a:pt x="3426868" y="730975"/>
                  <a:pt x="3167299" y="746730"/>
                </a:cubicBezTo>
                <a:cubicBezTo>
                  <a:pt x="2907730" y="762485"/>
                  <a:pt x="2831734" y="699746"/>
                  <a:pt x="2714038" y="746730"/>
                </a:cubicBezTo>
                <a:cubicBezTo>
                  <a:pt x="2596342" y="793714"/>
                  <a:pt x="2325864" y="677669"/>
                  <a:pt x="2061784" y="746730"/>
                </a:cubicBezTo>
                <a:cubicBezTo>
                  <a:pt x="1797704" y="815791"/>
                  <a:pt x="1743631" y="725833"/>
                  <a:pt x="1608524" y="746730"/>
                </a:cubicBezTo>
                <a:cubicBezTo>
                  <a:pt x="1473417" y="767627"/>
                  <a:pt x="1309826" y="712922"/>
                  <a:pt x="1055766" y="746730"/>
                </a:cubicBezTo>
                <a:cubicBezTo>
                  <a:pt x="801706" y="780538"/>
                  <a:pt x="794585" y="739088"/>
                  <a:pt x="552757" y="746730"/>
                </a:cubicBezTo>
                <a:cubicBezTo>
                  <a:pt x="310929" y="754372"/>
                  <a:pt x="196521" y="730641"/>
                  <a:pt x="0" y="746730"/>
                </a:cubicBezTo>
                <a:cubicBezTo>
                  <a:pt x="-29255" y="655713"/>
                  <a:pt x="808" y="475076"/>
                  <a:pt x="0" y="358430"/>
                </a:cubicBezTo>
                <a:cubicBezTo>
                  <a:pt x="-808" y="241784"/>
                  <a:pt x="34064" y="85145"/>
                  <a:pt x="0" y="0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extLst>
              <a:ext uri="{C807C97D-BFC1-408E-A445-0C87EB9F89A2}">
                <ask:lineSketchStyleProps xmlns:ask="http://schemas.microsoft.com/office/drawing/2018/sketchyshapes" sd="1928154157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B21262A-E08A-7390-A8E9-7508321FF956}"/>
              </a:ext>
            </a:extLst>
          </p:cNvPr>
          <p:cNvSpPr txBox="1"/>
          <p:nvPr/>
        </p:nvSpPr>
        <p:spPr>
          <a:xfrm>
            <a:off x="5334823" y="940017"/>
            <a:ext cx="12698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100% Data</a:t>
            </a:r>
            <a:endParaRPr lang="en-DE" dirty="0">
              <a:solidFill>
                <a:srgbClr val="0070C0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4E41A4D-F510-85F2-513B-4E5E8BD8BCCE}"/>
              </a:ext>
            </a:extLst>
          </p:cNvPr>
          <p:cNvSpPr/>
          <p:nvPr/>
        </p:nvSpPr>
        <p:spPr>
          <a:xfrm>
            <a:off x="3219450" y="1970167"/>
            <a:ext cx="3151240" cy="746730"/>
          </a:xfrm>
          <a:custGeom>
            <a:avLst/>
            <a:gdLst>
              <a:gd name="connsiteX0" fmla="*/ 0 w 3151240"/>
              <a:gd name="connsiteY0" fmla="*/ 0 h 746730"/>
              <a:gd name="connsiteX1" fmla="*/ 430669 w 3151240"/>
              <a:gd name="connsiteY1" fmla="*/ 0 h 746730"/>
              <a:gd name="connsiteX2" fmla="*/ 1018901 w 3151240"/>
              <a:gd name="connsiteY2" fmla="*/ 0 h 746730"/>
              <a:gd name="connsiteX3" fmla="*/ 1544108 w 3151240"/>
              <a:gd name="connsiteY3" fmla="*/ 0 h 746730"/>
              <a:gd name="connsiteX4" fmla="*/ 2100827 w 3151240"/>
              <a:gd name="connsiteY4" fmla="*/ 0 h 746730"/>
              <a:gd name="connsiteX5" fmla="*/ 2657546 w 3151240"/>
              <a:gd name="connsiteY5" fmla="*/ 0 h 746730"/>
              <a:gd name="connsiteX6" fmla="*/ 3151240 w 3151240"/>
              <a:gd name="connsiteY6" fmla="*/ 0 h 746730"/>
              <a:gd name="connsiteX7" fmla="*/ 3151240 w 3151240"/>
              <a:gd name="connsiteY7" fmla="*/ 358430 h 746730"/>
              <a:gd name="connsiteX8" fmla="*/ 3151240 w 3151240"/>
              <a:gd name="connsiteY8" fmla="*/ 746730 h 746730"/>
              <a:gd name="connsiteX9" fmla="*/ 2563009 w 3151240"/>
              <a:gd name="connsiteY9" fmla="*/ 746730 h 746730"/>
              <a:gd name="connsiteX10" fmla="*/ 2006289 w 3151240"/>
              <a:gd name="connsiteY10" fmla="*/ 746730 h 746730"/>
              <a:gd name="connsiteX11" fmla="*/ 1575620 w 3151240"/>
              <a:gd name="connsiteY11" fmla="*/ 746730 h 746730"/>
              <a:gd name="connsiteX12" fmla="*/ 1113438 w 3151240"/>
              <a:gd name="connsiteY12" fmla="*/ 746730 h 746730"/>
              <a:gd name="connsiteX13" fmla="*/ 619744 w 3151240"/>
              <a:gd name="connsiteY13" fmla="*/ 746730 h 746730"/>
              <a:gd name="connsiteX14" fmla="*/ 0 w 3151240"/>
              <a:gd name="connsiteY14" fmla="*/ 746730 h 746730"/>
              <a:gd name="connsiteX15" fmla="*/ 0 w 3151240"/>
              <a:gd name="connsiteY15" fmla="*/ 395767 h 746730"/>
              <a:gd name="connsiteX16" fmla="*/ 0 w 3151240"/>
              <a:gd name="connsiteY16" fmla="*/ 0 h 7467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151240" h="746730" fill="none" extrusionOk="0">
                <a:moveTo>
                  <a:pt x="0" y="0"/>
                </a:moveTo>
                <a:cubicBezTo>
                  <a:pt x="106479" y="-44436"/>
                  <a:pt x="289231" y="18654"/>
                  <a:pt x="430669" y="0"/>
                </a:cubicBezTo>
                <a:cubicBezTo>
                  <a:pt x="572107" y="-18654"/>
                  <a:pt x="751941" y="44962"/>
                  <a:pt x="1018901" y="0"/>
                </a:cubicBezTo>
                <a:cubicBezTo>
                  <a:pt x="1285861" y="-44962"/>
                  <a:pt x="1378791" y="38660"/>
                  <a:pt x="1544108" y="0"/>
                </a:cubicBezTo>
                <a:cubicBezTo>
                  <a:pt x="1709425" y="-38660"/>
                  <a:pt x="1825060" y="37491"/>
                  <a:pt x="2100827" y="0"/>
                </a:cubicBezTo>
                <a:cubicBezTo>
                  <a:pt x="2376594" y="-37491"/>
                  <a:pt x="2416323" y="34788"/>
                  <a:pt x="2657546" y="0"/>
                </a:cubicBezTo>
                <a:cubicBezTo>
                  <a:pt x="2898769" y="-34788"/>
                  <a:pt x="2974331" y="50621"/>
                  <a:pt x="3151240" y="0"/>
                </a:cubicBezTo>
                <a:cubicBezTo>
                  <a:pt x="3175786" y="154685"/>
                  <a:pt x="3116971" y="222757"/>
                  <a:pt x="3151240" y="358430"/>
                </a:cubicBezTo>
                <a:cubicBezTo>
                  <a:pt x="3185509" y="494103"/>
                  <a:pt x="3122719" y="623301"/>
                  <a:pt x="3151240" y="746730"/>
                </a:cubicBezTo>
                <a:cubicBezTo>
                  <a:pt x="2905263" y="757215"/>
                  <a:pt x="2691991" y="707096"/>
                  <a:pt x="2563009" y="746730"/>
                </a:cubicBezTo>
                <a:cubicBezTo>
                  <a:pt x="2434027" y="786364"/>
                  <a:pt x="2157460" y="714531"/>
                  <a:pt x="2006289" y="746730"/>
                </a:cubicBezTo>
                <a:cubicBezTo>
                  <a:pt x="1855118" y="778929"/>
                  <a:pt x="1705865" y="746152"/>
                  <a:pt x="1575620" y="746730"/>
                </a:cubicBezTo>
                <a:cubicBezTo>
                  <a:pt x="1445375" y="747308"/>
                  <a:pt x="1292207" y="739596"/>
                  <a:pt x="1113438" y="746730"/>
                </a:cubicBezTo>
                <a:cubicBezTo>
                  <a:pt x="934669" y="753864"/>
                  <a:pt x="731368" y="746149"/>
                  <a:pt x="619744" y="746730"/>
                </a:cubicBezTo>
                <a:cubicBezTo>
                  <a:pt x="508120" y="747311"/>
                  <a:pt x="243447" y="679680"/>
                  <a:pt x="0" y="746730"/>
                </a:cubicBezTo>
                <a:cubicBezTo>
                  <a:pt x="-21094" y="579601"/>
                  <a:pt x="41481" y="523055"/>
                  <a:pt x="0" y="395767"/>
                </a:cubicBezTo>
                <a:cubicBezTo>
                  <a:pt x="-41481" y="268479"/>
                  <a:pt x="21227" y="86522"/>
                  <a:pt x="0" y="0"/>
                </a:cubicBezTo>
                <a:close/>
              </a:path>
              <a:path w="3151240" h="746730" stroke="0" extrusionOk="0">
                <a:moveTo>
                  <a:pt x="0" y="0"/>
                </a:moveTo>
                <a:cubicBezTo>
                  <a:pt x="168442" y="-29334"/>
                  <a:pt x="331675" y="32531"/>
                  <a:pt x="430669" y="0"/>
                </a:cubicBezTo>
                <a:cubicBezTo>
                  <a:pt x="529663" y="-32531"/>
                  <a:pt x="802872" y="48500"/>
                  <a:pt x="924364" y="0"/>
                </a:cubicBezTo>
                <a:cubicBezTo>
                  <a:pt x="1045857" y="-48500"/>
                  <a:pt x="1281779" y="24998"/>
                  <a:pt x="1449570" y="0"/>
                </a:cubicBezTo>
                <a:cubicBezTo>
                  <a:pt x="1617361" y="-24998"/>
                  <a:pt x="1855450" y="6084"/>
                  <a:pt x="2006289" y="0"/>
                </a:cubicBezTo>
                <a:cubicBezTo>
                  <a:pt x="2157128" y="-6084"/>
                  <a:pt x="2323922" y="24219"/>
                  <a:pt x="2594521" y="0"/>
                </a:cubicBezTo>
                <a:cubicBezTo>
                  <a:pt x="2865120" y="-24219"/>
                  <a:pt x="2992108" y="43890"/>
                  <a:pt x="3151240" y="0"/>
                </a:cubicBezTo>
                <a:cubicBezTo>
                  <a:pt x="3196257" y="87179"/>
                  <a:pt x="3121958" y="292256"/>
                  <a:pt x="3151240" y="388300"/>
                </a:cubicBezTo>
                <a:cubicBezTo>
                  <a:pt x="3180522" y="484344"/>
                  <a:pt x="3110983" y="644543"/>
                  <a:pt x="3151240" y="746730"/>
                </a:cubicBezTo>
                <a:cubicBezTo>
                  <a:pt x="2933303" y="766994"/>
                  <a:pt x="2786199" y="742542"/>
                  <a:pt x="2657546" y="746730"/>
                </a:cubicBezTo>
                <a:cubicBezTo>
                  <a:pt x="2528893" y="750918"/>
                  <a:pt x="2252577" y="686156"/>
                  <a:pt x="2069314" y="746730"/>
                </a:cubicBezTo>
                <a:cubicBezTo>
                  <a:pt x="1886051" y="807304"/>
                  <a:pt x="1729776" y="728900"/>
                  <a:pt x="1607132" y="746730"/>
                </a:cubicBezTo>
                <a:cubicBezTo>
                  <a:pt x="1484488" y="764560"/>
                  <a:pt x="1237228" y="726472"/>
                  <a:pt x="1050413" y="746730"/>
                </a:cubicBezTo>
                <a:cubicBezTo>
                  <a:pt x="863598" y="766988"/>
                  <a:pt x="663145" y="713298"/>
                  <a:pt x="525207" y="746730"/>
                </a:cubicBezTo>
                <a:cubicBezTo>
                  <a:pt x="387269" y="780162"/>
                  <a:pt x="148797" y="688618"/>
                  <a:pt x="0" y="746730"/>
                </a:cubicBezTo>
                <a:cubicBezTo>
                  <a:pt x="-27123" y="595775"/>
                  <a:pt x="38448" y="496058"/>
                  <a:pt x="0" y="388300"/>
                </a:cubicBezTo>
                <a:cubicBezTo>
                  <a:pt x="-38448" y="280542"/>
                  <a:pt x="3336" y="182921"/>
                  <a:pt x="0" y="0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extLst>
              <a:ext uri="{C807C97D-BFC1-408E-A445-0C87EB9F89A2}">
                <ask:lineSketchStyleProps xmlns:ask="http://schemas.microsoft.com/office/drawing/2018/sketchyshapes" sd="1928154157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DB90805-7822-01D5-D262-80B6CDF43A2C}"/>
              </a:ext>
            </a:extLst>
          </p:cNvPr>
          <p:cNvSpPr/>
          <p:nvPr/>
        </p:nvSpPr>
        <p:spPr>
          <a:xfrm>
            <a:off x="6480189" y="1970167"/>
            <a:ext cx="1952201" cy="746730"/>
          </a:xfrm>
          <a:custGeom>
            <a:avLst/>
            <a:gdLst>
              <a:gd name="connsiteX0" fmla="*/ 0 w 1952201"/>
              <a:gd name="connsiteY0" fmla="*/ 0 h 746730"/>
              <a:gd name="connsiteX1" fmla="*/ 488050 w 1952201"/>
              <a:gd name="connsiteY1" fmla="*/ 0 h 746730"/>
              <a:gd name="connsiteX2" fmla="*/ 937056 w 1952201"/>
              <a:gd name="connsiteY2" fmla="*/ 0 h 746730"/>
              <a:gd name="connsiteX3" fmla="*/ 1405585 w 1952201"/>
              <a:gd name="connsiteY3" fmla="*/ 0 h 746730"/>
              <a:gd name="connsiteX4" fmla="*/ 1952201 w 1952201"/>
              <a:gd name="connsiteY4" fmla="*/ 0 h 746730"/>
              <a:gd name="connsiteX5" fmla="*/ 1952201 w 1952201"/>
              <a:gd name="connsiteY5" fmla="*/ 373365 h 746730"/>
              <a:gd name="connsiteX6" fmla="*/ 1952201 w 1952201"/>
              <a:gd name="connsiteY6" fmla="*/ 746730 h 746730"/>
              <a:gd name="connsiteX7" fmla="*/ 1425107 w 1952201"/>
              <a:gd name="connsiteY7" fmla="*/ 746730 h 746730"/>
              <a:gd name="connsiteX8" fmla="*/ 956578 w 1952201"/>
              <a:gd name="connsiteY8" fmla="*/ 746730 h 746730"/>
              <a:gd name="connsiteX9" fmla="*/ 527094 w 1952201"/>
              <a:gd name="connsiteY9" fmla="*/ 746730 h 746730"/>
              <a:gd name="connsiteX10" fmla="*/ 0 w 1952201"/>
              <a:gd name="connsiteY10" fmla="*/ 746730 h 746730"/>
              <a:gd name="connsiteX11" fmla="*/ 0 w 1952201"/>
              <a:gd name="connsiteY11" fmla="*/ 388300 h 746730"/>
              <a:gd name="connsiteX12" fmla="*/ 0 w 1952201"/>
              <a:gd name="connsiteY12" fmla="*/ 0 h 7467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952201" h="746730" fill="none" extrusionOk="0">
                <a:moveTo>
                  <a:pt x="0" y="0"/>
                </a:moveTo>
                <a:cubicBezTo>
                  <a:pt x="135665" y="-13767"/>
                  <a:pt x="316768" y="12985"/>
                  <a:pt x="488050" y="0"/>
                </a:cubicBezTo>
                <a:cubicBezTo>
                  <a:pt x="659332" y="-12985"/>
                  <a:pt x="713529" y="32769"/>
                  <a:pt x="937056" y="0"/>
                </a:cubicBezTo>
                <a:cubicBezTo>
                  <a:pt x="1160583" y="-32769"/>
                  <a:pt x="1175329" y="24331"/>
                  <a:pt x="1405585" y="0"/>
                </a:cubicBezTo>
                <a:cubicBezTo>
                  <a:pt x="1635841" y="-24331"/>
                  <a:pt x="1809542" y="35705"/>
                  <a:pt x="1952201" y="0"/>
                </a:cubicBezTo>
                <a:cubicBezTo>
                  <a:pt x="1958079" y="96884"/>
                  <a:pt x="1944514" y="211740"/>
                  <a:pt x="1952201" y="373365"/>
                </a:cubicBezTo>
                <a:cubicBezTo>
                  <a:pt x="1959888" y="534990"/>
                  <a:pt x="1927994" y="666084"/>
                  <a:pt x="1952201" y="746730"/>
                </a:cubicBezTo>
                <a:cubicBezTo>
                  <a:pt x="1694309" y="752513"/>
                  <a:pt x="1604642" y="695241"/>
                  <a:pt x="1425107" y="746730"/>
                </a:cubicBezTo>
                <a:cubicBezTo>
                  <a:pt x="1245572" y="798219"/>
                  <a:pt x="1106122" y="705477"/>
                  <a:pt x="956578" y="746730"/>
                </a:cubicBezTo>
                <a:cubicBezTo>
                  <a:pt x="807034" y="787983"/>
                  <a:pt x="715339" y="716489"/>
                  <a:pt x="527094" y="746730"/>
                </a:cubicBezTo>
                <a:cubicBezTo>
                  <a:pt x="338849" y="776971"/>
                  <a:pt x="245247" y="701094"/>
                  <a:pt x="0" y="746730"/>
                </a:cubicBezTo>
                <a:cubicBezTo>
                  <a:pt x="-27186" y="664868"/>
                  <a:pt x="8321" y="481446"/>
                  <a:pt x="0" y="388300"/>
                </a:cubicBezTo>
                <a:cubicBezTo>
                  <a:pt x="-8321" y="295154"/>
                  <a:pt x="25050" y="114026"/>
                  <a:pt x="0" y="0"/>
                </a:cubicBezTo>
                <a:close/>
              </a:path>
              <a:path w="1952201" h="746730" stroke="0" extrusionOk="0">
                <a:moveTo>
                  <a:pt x="0" y="0"/>
                </a:moveTo>
                <a:cubicBezTo>
                  <a:pt x="116038" y="-33405"/>
                  <a:pt x="293376" y="9417"/>
                  <a:pt x="429484" y="0"/>
                </a:cubicBezTo>
                <a:cubicBezTo>
                  <a:pt x="565592" y="-9417"/>
                  <a:pt x="721964" y="9401"/>
                  <a:pt x="898012" y="0"/>
                </a:cubicBezTo>
                <a:cubicBezTo>
                  <a:pt x="1074060" y="-9401"/>
                  <a:pt x="1201737" y="29052"/>
                  <a:pt x="1386063" y="0"/>
                </a:cubicBezTo>
                <a:cubicBezTo>
                  <a:pt x="1570389" y="-29052"/>
                  <a:pt x="1674986" y="2337"/>
                  <a:pt x="1952201" y="0"/>
                </a:cubicBezTo>
                <a:cubicBezTo>
                  <a:pt x="1984222" y="79331"/>
                  <a:pt x="1925659" y="280535"/>
                  <a:pt x="1952201" y="388300"/>
                </a:cubicBezTo>
                <a:cubicBezTo>
                  <a:pt x="1978743" y="496065"/>
                  <a:pt x="1942839" y="588294"/>
                  <a:pt x="1952201" y="746730"/>
                </a:cubicBezTo>
                <a:cubicBezTo>
                  <a:pt x="1826994" y="770132"/>
                  <a:pt x="1668671" y="712847"/>
                  <a:pt x="1503195" y="746730"/>
                </a:cubicBezTo>
                <a:cubicBezTo>
                  <a:pt x="1337719" y="780613"/>
                  <a:pt x="1129753" y="738847"/>
                  <a:pt x="976101" y="746730"/>
                </a:cubicBezTo>
                <a:cubicBezTo>
                  <a:pt x="822449" y="754613"/>
                  <a:pt x="663227" y="743939"/>
                  <a:pt x="527094" y="746730"/>
                </a:cubicBezTo>
                <a:cubicBezTo>
                  <a:pt x="390961" y="749521"/>
                  <a:pt x="189630" y="721759"/>
                  <a:pt x="0" y="746730"/>
                </a:cubicBezTo>
                <a:cubicBezTo>
                  <a:pt x="-18613" y="606204"/>
                  <a:pt x="16924" y="514817"/>
                  <a:pt x="0" y="388300"/>
                </a:cubicBezTo>
                <a:cubicBezTo>
                  <a:pt x="-16924" y="261783"/>
                  <a:pt x="20693" y="82145"/>
                  <a:pt x="0" y="0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extLst>
              <a:ext uri="{C807C97D-BFC1-408E-A445-0C87EB9F89A2}">
                <ask:lineSketchStyleProps xmlns:ask="http://schemas.microsoft.com/office/drawing/2018/sketchyshapes" sd="1928154157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C80785C-6325-143B-54ED-CC41C362A825}"/>
              </a:ext>
            </a:extLst>
          </p:cNvPr>
          <p:cNvSpPr txBox="1"/>
          <p:nvPr/>
        </p:nvSpPr>
        <p:spPr>
          <a:xfrm>
            <a:off x="3853822" y="2158866"/>
            <a:ext cx="23183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80% Data: Training</a:t>
            </a:r>
            <a:endParaRPr lang="en-DE" dirty="0">
              <a:solidFill>
                <a:srgbClr val="0070C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9A1E395-433E-000D-EE75-24291ECD541A}"/>
              </a:ext>
            </a:extLst>
          </p:cNvPr>
          <p:cNvSpPr txBox="1"/>
          <p:nvPr/>
        </p:nvSpPr>
        <p:spPr>
          <a:xfrm>
            <a:off x="6480189" y="2158866"/>
            <a:ext cx="19522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20% Data: Testing</a:t>
            </a:r>
            <a:endParaRPr lang="en-DE" dirty="0">
              <a:solidFill>
                <a:srgbClr val="0070C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305CB56-F0F6-2CD7-9830-D1D9B98495D1}"/>
              </a:ext>
            </a:extLst>
          </p:cNvPr>
          <p:cNvSpPr txBox="1"/>
          <p:nvPr/>
        </p:nvSpPr>
        <p:spPr>
          <a:xfrm>
            <a:off x="5015080" y="376873"/>
            <a:ext cx="17654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Original dataset</a:t>
            </a:r>
            <a:endParaRPr lang="en-DE" dirty="0"/>
          </a:p>
        </p:txBody>
      </p:sp>
      <p:cxnSp>
        <p:nvCxnSpPr>
          <p:cNvPr id="33" name="Connector: Curved 32">
            <a:extLst>
              <a:ext uri="{FF2B5EF4-FFF2-40B4-BE49-F238E27FC236}">
                <a16:creationId xmlns:a16="http://schemas.microsoft.com/office/drawing/2014/main" id="{76AC3435-DE23-F4B2-81BA-CF4DC06075C4}"/>
              </a:ext>
            </a:extLst>
          </p:cNvPr>
          <p:cNvCxnSpPr>
            <a:stCxn id="10" idx="2"/>
            <a:endCxn id="6" idx="0"/>
          </p:cNvCxnSpPr>
          <p:nvPr/>
        </p:nvCxnSpPr>
        <p:spPr>
          <a:xfrm rot="5400000">
            <a:off x="5147078" y="1172261"/>
            <a:ext cx="445899" cy="1149913"/>
          </a:xfrm>
          <a:prstGeom prst="curvedConnector3">
            <a:avLst/>
          </a:prstGeom>
          <a:ln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: Curved 35">
            <a:extLst>
              <a:ext uri="{FF2B5EF4-FFF2-40B4-BE49-F238E27FC236}">
                <a16:creationId xmlns:a16="http://schemas.microsoft.com/office/drawing/2014/main" id="{C0E76093-6DAA-543B-8303-C79211340715}"/>
              </a:ext>
            </a:extLst>
          </p:cNvPr>
          <p:cNvCxnSpPr>
            <a:cxnSpLocks/>
            <a:stCxn id="10" idx="2"/>
            <a:endCxn id="8" idx="0"/>
          </p:cNvCxnSpPr>
          <p:nvPr/>
        </p:nvCxnSpPr>
        <p:spPr>
          <a:xfrm rot="16200000" flipH="1">
            <a:off x="6477687" y="991563"/>
            <a:ext cx="445899" cy="1511307"/>
          </a:xfrm>
          <a:prstGeom prst="curvedConnector3">
            <a:avLst>
              <a:gd name="adj1" fmla="val 50000"/>
            </a:avLst>
          </a:prstGeom>
          <a:ln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: Curved 41">
            <a:extLst>
              <a:ext uri="{FF2B5EF4-FFF2-40B4-BE49-F238E27FC236}">
                <a16:creationId xmlns:a16="http://schemas.microsoft.com/office/drawing/2014/main" id="{540CEA42-5B44-C0DA-CC9E-9CC6988EC5A9}"/>
              </a:ext>
            </a:extLst>
          </p:cNvPr>
          <p:cNvCxnSpPr>
            <a:cxnSpLocks/>
            <a:stCxn id="6" idx="2"/>
            <a:endCxn id="16" idx="0"/>
          </p:cNvCxnSpPr>
          <p:nvPr/>
        </p:nvCxnSpPr>
        <p:spPr>
          <a:xfrm rot="5400000">
            <a:off x="2900397" y="1448796"/>
            <a:ext cx="626572" cy="3162774"/>
          </a:xfrm>
          <a:prstGeom prst="curvedConnector3">
            <a:avLst>
              <a:gd name="adj1" fmla="val 50000"/>
            </a:avLst>
          </a:prstGeom>
          <a:ln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: Curved 45">
            <a:extLst>
              <a:ext uri="{FF2B5EF4-FFF2-40B4-BE49-F238E27FC236}">
                <a16:creationId xmlns:a16="http://schemas.microsoft.com/office/drawing/2014/main" id="{47D4079C-50D9-9BB1-A0A8-7EC531560FFE}"/>
              </a:ext>
            </a:extLst>
          </p:cNvPr>
          <p:cNvCxnSpPr>
            <a:cxnSpLocks/>
            <a:stCxn id="6" idx="2"/>
            <a:endCxn id="252" idx="0"/>
          </p:cNvCxnSpPr>
          <p:nvPr/>
        </p:nvCxnSpPr>
        <p:spPr>
          <a:xfrm rot="16200000" flipH="1">
            <a:off x="4491697" y="3020270"/>
            <a:ext cx="626572" cy="19826"/>
          </a:xfrm>
          <a:prstGeom prst="curvedConnector3">
            <a:avLst>
              <a:gd name="adj1" fmla="val 50000"/>
            </a:avLst>
          </a:prstGeom>
          <a:ln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: Curved 48">
            <a:extLst>
              <a:ext uri="{FF2B5EF4-FFF2-40B4-BE49-F238E27FC236}">
                <a16:creationId xmlns:a16="http://schemas.microsoft.com/office/drawing/2014/main" id="{A70038D8-8542-F1D4-EA8E-541FA529163A}"/>
              </a:ext>
            </a:extLst>
          </p:cNvPr>
          <p:cNvCxnSpPr>
            <a:cxnSpLocks/>
            <a:stCxn id="6" idx="2"/>
            <a:endCxn id="265" idx="0"/>
          </p:cNvCxnSpPr>
          <p:nvPr/>
        </p:nvCxnSpPr>
        <p:spPr>
          <a:xfrm rot="16200000" flipH="1">
            <a:off x="6100237" y="1411730"/>
            <a:ext cx="590480" cy="3200814"/>
          </a:xfrm>
          <a:prstGeom prst="curvedConnector3">
            <a:avLst>
              <a:gd name="adj1" fmla="val 50000"/>
            </a:avLst>
          </a:prstGeom>
          <a:ln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7" name="Rectangle 146">
            <a:extLst>
              <a:ext uri="{FF2B5EF4-FFF2-40B4-BE49-F238E27FC236}">
                <a16:creationId xmlns:a16="http://schemas.microsoft.com/office/drawing/2014/main" id="{61C7DEF5-E154-3156-79BC-27E24B50384C}"/>
              </a:ext>
            </a:extLst>
          </p:cNvPr>
          <p:cNvSpPr/>
          <p:nvPr/>
        </p:nvSpPr>
        <p:spPr>
          <a:xfrm>
            <a:off x="986453" y="3825433"/>
            <a:ext cx="3041939" cy="2089592"/>
          </a:xfrm>
          <a:custGeom>
            <a:avLst/>
            <a:gdLst>
              <a:gd name="connsiteX0" fmla="*/ 0 w 3041939"/>
              <a:gd name="connsiteY0" fmla="*/ 0 h 2089592"/>
              <a:gd name="connsiteX1" fmla="*/ 669227 w 3041939"/>
              <a:gd name="connsiteY1" fmla="*/ 0 h 2089592"/>
              <a:gd name="connsiteX2" fmla="*/ 1277614 w 3041939"/>
              <a:gd name="connsiteY2" fmla="*/ 0 h 2089592"/>
              <a:gd name="connsiteX3" fmla="*/ 1886002 w 3041939"/>
              <a:gd name="connsiteY3" fmla="*/ 0 h 2089592"/>
              <a:gd name="connsiteX4" fmla="*/ 2494390 w 3041939"/>
              <a:gd name="connsiteY4" fmla="*/ 0 h 2089592"/>
              <a:gd name="connsiteX5" fmla="*/ 3041939 w 3041939"/>
              <a:gd name="connsiteY5" fmla="*/ 0 h 2089592"/>
              <a:gd name="connsiteX6" fmla="*/ 3041939 w 3041939"/>
              <a:gd name="connsiteY6" fmla="*/ 654739 h 2089592"/>
              <a:gd name="connsiteX7" fmla="*/ 3041939 w 3041939"/>
              <a:gd name="connsiteY7" fmla="*/ 1393061 h 2089592"/>
              <a:gd name="connsiteX8" fmla="*/ 3041939 w 3041939"/>
              <a:gd name="connsiteY8" fmla="*/ 2089592 h 2089592"/>
              <a:gd name="connsiteX9" fmla="*/ 2463971 w 3041939"/>
              <a:gd name="connsiteY9" fmla="*/ 2089592 h 2089592"/>
              <a:gd name="connsiteX10" fmla="*/ 1886002 w 3041939"/>
              <a:gd name="connsiteY10" fmla="*/ 2089592 h 2089592"/>
              <a:gd name="connsiteX11" fmla="*/ 1338453 w 3041939"/>
              <a:gd name="connsiteY11" fmla="*/ 2089592 h 2089592"/>
              <a:gd name="connsiteX12" fmla="*/ 760485 w 3041939"/>
              <a:gd name="connsiteY12" fmla="*/ 2089592 h 2089592"/>
              <a:gd name="connsiteX13" fmla="*/ 0 w 3041939"/>
              <a:gd name="connsiteY13" fmla="*/ 2089592 h 2089592"/>
              <a:gd name="connsiteX14" fmla="*/ 0 w 3041939"/>
              <a:gd name="connsiteY14" fmla="*/ 1351269 h 2089592"/>
              <a:gd name="connsiteX15" fmla="*/ 0 w 3041939"/>
              <a:gd name="connsiteY15" fmla="*/ 633843 h 2089592"/>
              <a:gd name="connsiteX16" fmla="*/ 0 w 3041939"/>
              <a:gd name="connsiteY16" fmla="*/ 0 h 20895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041939" h="2089592" fill="none" extrusionOk="0">
                <a:moveTo>
                  <a:pt x="0" y="0"/>
                </a:moveTo>
                <a:cubicBezTo>
                  <a:pt x="201460" y="-28054"/>
                  <a:pt x="510331" y="-4494"/>
                  <a:pt x="669227" y="0"/>
                </a:cubicBezTo>
                <a:cubicBezTo>
                  <a:pt x="828123" y="4494"/>
                  <a:pt x="996014" y="-6332"/>
                  <a:pt x="1277614" y="0"/>
                </a:cubicBezTo>
                <a:cubicBezTo>
                  <a:pt x="1559214" y="6332"/>
                  <a:pt x="1595322" y="-9037"/>
                  <a:pt x="1886002" y="0"/>
                </a:cubicBezTo>
                <a:cubicBezTo>
                  <a:pt x="2176682" y="9037"/>
                  <a:pt x="2304390" y="27053"/>
                  <a:pt x="2494390" y="0"/>
                </a:cubicBezTo>
                <a:cubicBezTo>
                  <a:pt x="2684390" y="-27053"/>
                  <a:pt x="2789188" y="-9363"/>
                  <a:pt x="3041939" y="0"/>
                </a:cubicBezTo>
                <a:cubicBezTo>
                  <a:pt x="3033150" y="235935"/>
                  <a:pt x="3061449" y="460856"/>
                  <a:pt x="3041939" y="654739"/>
                </a:cubicBezTo>
                <a:cubicBezTo>
                  <a:pt x="3022429" y="848622"/>
                  <a:pt x="3007220" y="1224976"/>
                  <a:pt x="3041939" y="1393061"/>
                </a:cubicBezTo>
                <a:cubicBezTo>
                  <a:pt x="3076658" y="1561146"/>
                  <a:pt x="3071610" y="1824291"/>
                  <a:pt x="3041939" y="2089592"/>
                </a:cubicBezTo>
                <a:cubicBezTo>
                  <a:pt x="2794936" y="2114621"/>
                  <a:pt x="2642783" y="2067417"/>
                  <a:pt x="2463971" y="2089592"/>
                </a:cubicBezTo>
                <a:cubicBezTo>
                  <a:pt x="2285159" y="2111767"/>
                  <a:pt x="2146297" y="2112869"/>
                  <a:pt x="1886002" y="2089592"/>
                </a:cubicBezTo>
                <a:cubicBezTo>
                  <a:pt x="1625707" y="2066315"/>
                  <a:pt x="1497784" y="2080099"/>
                  <a:pt x="1338453" y="2089592"/>
                </a:cubicBezTo>
                <a:cubicBezTo>
                  <a:pt x="1179122" y="2099085"/>
                  <a:pt x="997557" y="2107362"/>
                  <a:pt x="760485" y="2089592"/>
                </a:cubicBezTo>
                <a:cubicBezTo>
                  <a:pt x="523413" y="2071822"/>
                  <a:pt x="340106" y="2054507"/>
                  <a:pt x="0" y="2089592"/>
                </a:cubicBezTo>
                <a:cubicBezTo>
                  <a:pt x="-9133" y="1757738"/>
                  <a:pt x="5931" y="1593719"/>
                  <a:pt x="0" y="1351269"/>
                </a:cubicBezTo>
                <a:cubicBezTo>
                  <a:pt x="-5931" y="1108819"/>
                  <a:pt x="1211" y="798161"/>
                  <a:pt x="0" y="633843"/>
                </a:cubicBezTo>
                <a:cubicBezTo>
                  <a:pt x="-1211" y="469525"/>
                  <a:pt x="-24124" y="239942"/>
                  <a:pt x="0" y="0"/>
                </a:cubicBezTo>
                <a:close/>
              </a:path>
              <a:path w="3041939" h="2089592" stroke="0" extrusionOk="0">
                <a:moveTo>
                  <a:pt x="0" y="0"/>
                </a:moveTo>
                <a:cubicBezTo>
                  <a:pt x="155618" y="8379"/>
                  <a:pt x="296098" y="-19652"/>
                  <a:pt x="517130" y="0"/>
                </a:cubicBezTo>
                <a:cubicBezTo>
                  <a:pt x="738162" y="19652"/>
                  <a:pt x="831473" y="3073"/>
                  <a:pt x="1095098" y="0"/>
                </a:cubicBezTo>
                <a:cubicBezTo>
                  <a:pt x="1358723" y="-3073"/>
                  <a:pt x="1420458" y="-247"/>
                  <a:pt x="1673066" y="0"/>
                </a:cubicBezTo>
                <a:cubicBezTo>
                  <a:pt x="1925674" y="247"/>
                  <a:pt x="2044355" y="-25323"/>
                  <a:pt x="2251035" y="0"/>
                </a:cubicBezTo>
                <a:cubicBezTo>
                  <a:pt x="2457715" y="25323"/>
                  <a:pt x="2788934" y="11582"/>
                  <a:pt x="3041939" y="0"/>
                </a:cubicBezTo>
                <a:cubicBezTo>
                  <a:pt x="3073342" y="216820"/>
                  <a:pt x="3045560" y="411940"/>
                  <a:pt x="3041939" y="654739"/>
                </a:cubicBezTo>
                <a:cubicBezTo>
                  <a:pt x="3038318" y="897538"/>
                  <a:pt x="3028134" y="1093302"/>
                  <a:pt x="3041939" y="1288582"/>
                </a:cubicBezTo>
                <a:cubicBezTo>
                  <a:pt x="3055744" y="1483862"/>
                  <a:pt x="3024829" y="1894426"/>
                  <a:pt x="3041939" y="2089592"/>
                </a:cubicBezTo>
                <a:cubicBezTo>
                  <a:pt x="2869214" y="2073611"/>
                  <a:pt x="2649252" y="2073426"/>
                  <a:pt x="2463971" y="2089592"/>
                </a:cubicBezTo>
                <a:cubicBezTo>
                  <a:pt x="2278690" y="2105758"/>
                  <a:pt x="2081393" y="2116547"/>
                  <a:pt x="1916422" y="2089592"/>
                </a:cubicBezTo>
                <a:cubicBezTo>
                  <a:pt x="1751451" y="2062637"/>
                  <a:pt x="1540356" y="2077840"/>
                  <a:pt x="1399292" y="2089592"/>
                </a:cubicBezTo>
                <a:cubicBezTo>
                  <a:pt x="1258228" y="2101345"/>
                  <a:pt x="1050560" y="2093262"/>
                  <a:pt x="882162" y="2089592"/>
                </a:cubicBezTo>
                <a:cubicBezTo>
                  <a:pt x="713764" y="2085923"/>
                  <a:pt x="319957" y="2103981"/>
                  <a:pt x="0" y="2089592"/>
                </a:cubicBezTo>
                <a:cubicBezTo>
                  <a:pt x="22474" y="1737359"/>
                  <a:pt x="18608" y="1571321"/>
                  <a:pt x="0" y="1351269"/>
                </a:cubicBezTo>
                <a:cubicBezTo>
                  <a:pt x="-18608" y="1131217"/>
                  <a:pt x="21735" y="990125"/>
                  <a:pt x="0" y="675635"/>
                </a:cubicBezTo>
                <a:cubicBezTo>
                  <a:pt x="-21735" y="361145"/>
                  <a:pt x="-32886" y="322752"/>
                  <a:pt x="0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3798046833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148" name="Rectangle 147">
            <a:extLst>
              <a:ext uri="{FF2B5EF4-FFF2-40B4-BE49-F238E27FC236}">
                <a16:creationId xmlns:a16="http://schemas.microsoft.com/office/drawing/2014/main" id="{8D7F2A6D-9FEB-9F7D-9A4E-A2AAEA5AD872}"/>
              </a:ext>
            </a:extLst>
          </p:cNvPr>
          <p:cNvSpPr/>
          <p:nvPr/>
        </p:nvSpPr>
        <p:spPr>
          <a:xfrm>
            <a:off x="2574654" y="4355231"/>
            <a:ext cx="1280916" cy="746730"/>
          </a:xfrm>
          <a:custGeom>
            <a:avLst/>
            <a:gdLst>
              <a:gd name="connsiteX0" fmla="*/ 0 w 1280916"/>
              <a:gd name="connsiteY0" fmla="*/ 0 h 746730"/>
              <a:gd name="connsiteX1" fmla="*/ 388545 w 1280916"/>
              <a:gd name="connsiteY1" fmla="*/ 0 h 746730"/>
              <a:gd name="connsiteX2" fmla="*/ 841135 w 1280916"/>
              <a:gd name="connsiteY2" fmla="*/ 0 h 746730"/>
              <a:gd name="connsiteX3" fmla="*/ 1280916 w 1280916"/>
              <a:gd name="connsiteY3" fmla="*/ 0 h 746730"/>
              <a:gd name="connsiteX4" fmla="*/ 1280916 w 1280916"/>
              <a:gd name="connsiteY4" fmla="*/ 358430 h 746730"/>
              <a:gd name="connsiteX5" fmla="*/ 1280916 w 1280916"/>
              <a:gd name="connsiteY5" fmla="*/ 746730 h 746730"/>
              <a:gd name="connsiteX6" fmla="*/ 853944 w 1280916"/>
              <a:gd name="connsiteY6" fmla="*/ 746730 h 746730"/>
              <a:gd name="connsiteX7" fmla="*/ 401354 w 1280916"/>
              <a:gd name="connsiteY7" fmla="*/ 746730 h 746730"/>
              <a:gd name="connsiteX8" fmla="*/ 0 w 1280916"/>
              <a:gd name="connsiteY8" fmla="*/ 746730 h 746730"/>
              <a:gd name="connsiteX9" fmla="*/ 0 w 1280916"/>
              <a:gd name="connsiteY9" fmla="*/ 388300 h 746730"/>
              <a:gd name="connsiteX10" fmla="*/ 0 w 1280916"/>
              <a:gd name="connsiteY10" fmla="*/ 0 h 7467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80916" h="746730" fill="none" extrusionOk="0">
                <a:moveTo>
                  <a:pt x="0" y="0"/>
                </a:moveTo>
                <a:cubicBezTo>
                  <a:pt x="183134" y="-28792"/>
                  <a:pt x="220613" y="19133"/>
                  <a:pt x="388545" y="0"/>
                </a:cubicBezTo>
                <a:cubicBezTo>
                  <a:pt x="556478" y="-19133"/>
                  <a:pt x="662777" y="43471"/>
                  <a:pt x="841135" y="0"/>
                </a:cubicBezTo>
                <a:cubicBezTo>
                  <a:pt x="1019493" y="-43471"/>
                  <a:pt x="1178773" y="32755"/>
                  <a:pt x="1280916" y="0"/>
                </a:cubicBezTo>
                <a:cubicBezTo>
                  <a:pt x="1322496" y="117170"/>
                  <a:pt x="1258611" y="271169"/>
                  <a:pt x="1280916" y="358430"/>
                </a:cubicBezTo>
                <a:cubicBezTo>
                  <a:pt x="1303221" y="445691"/>
                  <a:pt x="1278336" y="570398"/>
                  <a:pt x="1280916" y="746730"/>
                </a:cubicBezTo>
                <a:cubicBezTo>
                  <a:pt x="1131531" y="766550"/>
                  <a:pt x="1006179" y="724288"/>
                  <a:pt x="853944" y="746730"/>
                </a:cubicBezTo>
                <a:cubicBezTo>
                  <a:pt x="701709" y="769172"/>
                  <a:pt x="502920" y="712643"/>
                  <a:pt x="401354" y="746730"/>
                </a:cubicBezTo>
                <a:cubicBezTo>
                  <a:pt x="299788" y="780817"/>
                  <a:pt x="82778" y="730934"/>
                  <a:pt x="0" y="746730"/>
                </a:cubicBezTo>
                <a:cubicBezTo>
                  <a:pt x="-34807" y="579112"/>
                  <a:pt x="39815" y="502075"/>
                  <a:pt x="0" y="388300"/>
                </a:cubicBezTo>
                <a:cubicBezTo>
                  <a:pt x="-39815" y="274525"/>
                  <a:pt x="22908" y="154520"/>
                  <a:pt x="0" y="0"/>
                </a:cubicBezTo>
                <a:close/>
              </a:path>
              <a:path w="1280916" h="746730" stroke="0" extrusionOk="0">
                <a:moveTo>
                  <a:pt x="0" y="0"/>
                </a:moveTo>
                <a:cubicBezTo>
                  <a:pt x="168807" y="-2456"/>
                  <a:pt x="272679" y="39956"/>
                  <a:pt x="388545" y="0"/>
                </a:cubicBezTo>
                <a:cubicBezTo>
                  <a:pt x="504412" y="-39956"/>
                  <a:pt x="637930" y="36087"/>
                  <a:pt x="802707" y="0"/>
                </a:cubicBezTo>
                <a:cubicBezTo>
                  <a:pt x="967484" y="-36087"/>
                  <a:pt x="1129616" y="47431"/>
                  <a:pt x="1280916" y="0"/>
                </a:cubicBezTo>
                <a:cubicBezTo>
                  <a:pt x="1306484" y="154476"/>
                  <a:pt x="1277245" y="221586"/>
                  <a:pt x="1280916" y="380832"/>
                </a:cubicBezTo>
                <a:cubicBezTo>
                  <a:pt x="1284587" y="540078"/>
                  <a:pt x="1265165" y="658640"/>
                  <a:pt x="1280916" y="746730"/>
                </a:cubicBezTo>
                <a:cubicBezTo>
                  <a:pt x="1109706" y="787107"/>
                  <a:pt x="1064834" y="717906"/>
                  <a:pt x="879562" y="746730"/>
                </a:cubicBezTo>
                <a:cubicBezTo>
                  <a:pt x="694290" y="775554"/>
                  <a:pt x="663493" y="722268"/>
                  <a:pt x="465399" y="746730"/>
                </a:cubicBezTo>
                <a:cubicBezTo>
                  <a:pt x="267305" y="771192"/>
                  <a:pt x="114078" y="692901"/>
                  <a:pt x="0" y="746730"/>
                </a:cubicBezTo>
                <a:cubicBezTo>
                  <a:pt x="-7781" y="587695"/>
                  <a:pt x="27030" y="538110"/>
                  <a:pt x="0" y="388300"/>
                </a:cubicBezTo>
                <a:cubicBezTo>
                  <a:pt x="-27030" y="238490"/>
                  <a:pt x="23398" y="163758"/>
                  <a:pt x="0" y="0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extLst>
              <a:ext uri="{C807C97D-BFC1-408E-A445-0C87EB9F89A2}">
                <ask:lineSketchStyleProps xmlns:ask="http://schemas.microsoft.com/office/drawing/2018/sketchyshapes" sd="1928154157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 dirty="0"/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DD074C66-DF06-6F4B-753E-75392C26113C}"/>
              </a:ext>
            </a:extLst>
          </p:cNvPr>
          <p:cNvSpPr txBox="1"/>
          <p:nvPr/>
        </p:nvSpPr>
        <p:spPr>
          <a:xfrm>
            <a:off x="2574654" y="4405430"/>
            <a:ext cx="12809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0070C0"/>
                </a:solidFill>
              </a:rPr>
              <a:t>80% Data: training</a:t>
            </a:r>
            <a:endParaRPr lang="en-DE" dirty="0">
              <a:solidFill>
                <a:srgbClr val="0070C0"/>
              </a:solidFill>
            </a:endParaRPr>
          </a:p>
        </p:txBody>
      </p:sp>
      <p:sp>
        <p:nvSpPr>
          <p:cNvPr id="150" name="Rectangle 149">
            <a:extLst>
              <a:ext uri="{FF2B5EF4-FFF2-40B4-BE49-F238E27FC236}">
                <a16:creationId xmlns:a16="http://schemas.microsoft.com/office/drawing/2014/main" id="{853B7AC1-5750-967A-DEF3-91B6F12BB7E3}"/>
              </a:ext>
            </a:extLst>
          </p:cNvPr>
          <p:cNvSpPr/>
          <p:nvPr/>
        </p:nvSpPr>
        <p:spPr>
          <a:xfrm>
            <a:off x="1185670" y="4338574"/>
            <a:ext cx="1280916" cy="746730"/>
          </a:xfrm>
          <a:custGeom>
            <a:avLst/>
            <a:gdLst>
              <a:gd name="connsiteX0" fmla="*/ 0 w 1280916"/>
              <a:gd name="connsiteY0" fmla="*/ 0 h 746730"/>
              <a:gd name="connsiteX1" fmla="*/ 388545 w 1280916"/>
              <a:gd name="connsiteY1" fmla="*/ 0 h 746730"/>
              <a:gd name="connsiteX2" fmla="*/ 841135 w 1280916"/>
              <a:gd name="connsiteY2" fmla="*/ 0 h 746730"/>
              <a:gd name="connsiteX3" fmla="*/ 1280916 w 1280916"/>
              <a:gd name="connsiteY3" fmla="*/ 0 h 746730"/>
              <a:gd name="connsiteX4" fmla="*/ 1280916 w 1280916"/>
              <a:gd name="connsiteY4" fmla="*/ 358430 h 746730"/>
              <a:gd name="connsiteX5" fmla="*/ 1280916 w 1280916"/>
              <a:gd name="connsiteY5" fmla="*/ 746730 h 746730"/>
              <a:gd name="connsiteX6" fmla="*/ 853944 w 1280916"/>
              <a:gd name="connsiteY6" fmla="*/ 746730 h 746730"/>
              <a:gd name="connsiteX7" fmla="*/ 401354 w 1280916"/>
              <a:gd name="connsiteY7" fmla="*/ 746730 h 746730"/>
              <a:gd name="connsiteX8" fmla="*/ 0 w 1280916"/>
              <a:gd name="connsiteY8" fmla="*/ 746730 h 746730"/>
              <a:gd name="connsiteX9" fmla="*/ 0 w 1280916"/>
              <a:gd name="connsiteY9" fmla="*/ 388300 h 746730"/>
              <a:gd name="connsiteX10" fmla="*/ 0 w 1280916"/>
              <a:gd name="connsiteY10" fmla="*/ 0 h 7467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80916" h="746730" fill="none" extrusionOk="0">
                <a:moveTo>
                  <a:pt x="0" y="0"/>
                </a:moveTo>
                <a:cubicBezTo>
                  <a:pt x="183134" y="-28792"/>
                  <a:pt x="220613" y="19133"/>
                  <a:pt x="388545" y="0"/>
                </a:cubicBezTo>
                <a:cubicBezTo>
                  <a:pt x="556478" y="-19133"/>
                  <a:pt x="662777" y="43471"/>
                  <a:pt x="841135" y="0"/>
                </a:cubicBezTo>
                <a:cubicBezTo>
                  <a:pt x="1019493" y="-43471"/>
                  <a:pt x="1178773" y="32755"/>
                  <a:pt x="1280916" y="0"/>
                </a:cubicBezTo>
                <a:cubicBezTo>
                  <a:pt x="1322496" y="117170"/>
                  <a:pt x="1258611" y="271169"/>
                  <a:pt x="1280916" y="358430"/>
                </a:cubicBezTo>
                <a:cubicBezTo>
                  <a:pt x="1303221" y="445691"/>
                  <a:pt x="1278336" y="570398"/>
                  <a:pt x="1280916" y="746730"/>
                </a:cubicBezTo>
                <a:cubicBezTo>
                  <a:pt x="1131531" y="766550"/>
                  <a:pt x="1006179" y="724288"/>
                  <a:pt x="853944" y="746730"/>
                </a:cubicBezTo>
                <a:cubicBezTo>
                  <a:pt x="701709" y="769172"/>
                  <a:pt x="502920" y="712643"/>
                  <a:pt x="401354" y="746730"/>
                </a:cubicBezTo>
                <a:cubicBezTo>
                  <a:pt x="299788" y="780817"/>
                  <a:pt x="82778" y="730934"/>
                  <a:pt x="0" y="746730"/>
                </a:cubicBezTo>
                <a:cubicBezTo>
                  <a:pt x="-34807" y="579112"/>
                  <a:pt x="39815" y="502075"/>
                  <a:pt x="0" y="388300"/>
                </a:cubicBezTo>
                <a:cubicBezTo>
                  <a:pt x="-39815" y="274525"/>
                  <a:pt x="22908" y="154520"/>
                  <a:pt x="0" y="0"/>
                </a:cubicBezTo>
                <a:close/>
              </a:path>
              <a:path w="1280916" h="746730" stroke="0" extrusionOk="0">
                <a:moveTo>
                  <a:pt x="0" y="0"/>
                </a:moveTo>
                <a:cubicBezTo>
                  <a:pt x="168807" y="-2456"/>
                  <a:pt x="272679" y="39956"/>
                  <a:pt x="388545" y="0"/>
                </a:cubicBezTo>
                <a:cubicBezTo>
                  <a:pt x="504412" y="-39956"/>
                  <a:pt x="637930" y="36087"/>
                  <a:pt x="802707" y="0"/>
                </a:cubicBezTo>
                <a:cubicBezTo>
                  <a:pt x="967484" y="-36087"/>
                  <a:pt x="1129616" y="47431"/>
                  <a:pt x="1280916" y="0"/>
                </a:cubicBezTo>
                <a:cubicBezTo>
                  <a:pt x="1306484" y="154476"/>
                  <a:pt x="1277245" y="221586"/>
                  <a:pt x="1280916" y="380832"/>
                </a:cubicBezTo>
                <a:cubicBezTo>
                  <a:pt x="1284587" y="540078"/>
                  <a:pt x="1265165" y="658640"/>
                  <a:pt x="1280916" y="746730"/>
                </a:cubicBezTo>
                <a:cubicBezTo>
                  <a:pt x="1109706" y="787107"/>
                  <a:pt x="1064834" y="717906"/>
                  <a:pt x="879562" y="746730"/>
                </a:cubicBezTo>
                <a:cubicBezTo>
                  <a:pt x="694290" y="775554"/>
                  <a:pt x="663493" y="722268"/>
                  <a:pt x="465399" y="746730"/>
                </a:cubicBezTo>
                <a:cubicBezTo>
                  <a:pt x="267305" y="771192"/>
                  <a:pt x="114078" y="692901"/>
                  <a:pt x="0" y="746730"/>
                </a:cubicBezTo>
                <a:cubicBezTo>
                  <a:pt x="-7781" y="587695"/>
                  <a:pt x="27030" y="538110"/>
                  <a:pt x="0" y="388300"/>
                </a:cubicBezTo>
                <a:cubicBezTo>
                  <a:pt x="-27030" y="238490"/>
                  <a:pt x="23398" y="163758"/>
                  <a:pt x="0" y="0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extLst>
              <a:ext uri="{C807C97D-BFC1-408E-A445-0C87EB9F89A2}">
                <ask:lineSketchStyleProps xmlns:ask="http://schemas.microsoft.com/office/drawing/2018/sketchyshapes" sd="1928154157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 dirty="0"/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2676DE21-B69F-5DE4-E5D8-9E2130ECB5A8}"/>
              </a:ext>
            </a:extLst>
          </p:cNvPr>
          <p:cNvSpPr txBox="1"/>
          <p:nvPr/>
        </p:nvSpPr>
        <p:spPr>
          <a:xfrm>
            <a:off x="1185670" y="4388773"/>
            <a:ext cx="12809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0070C0"/>
                </a:solidFill>
              </a:rPr>
              <a:t>20% Data: validation</a:t>
            </a:r>
            <a:endParaRPr lang="en-DE" dirty="0">
              <a:solidFill>
                <a:srgbClr val="0070C0"/>
              </a:solidFill>
            </a:endParaRPr>
          </a:p>
        </p:txBody>
      </p:sp>
      <p:sp>
        <p:nvSpPr>
          <p:cNvPr id="159" name="Cube 158">
            <a:extLst>
              <a:ext uri="{FF2B5EF4-FFF2-40B4-BE49-F238E27FC236}">
                <a16:creationId xmlns:a16="http://schemas.microsoft.com/office/drawing/2014/main" id="{9A986CE1-C900-2A31-58D6-89BE67D2468C}"/>
              </a:ext>
            </a:extLst>
          </p:cNvPr>
          <p:cNvSpPr/>
          <p:nvPr/>
        </p:nvSpPr>
        <p:spPr>
          <a:xfrm>
            <a:off x="2330501" y="5289587"/>
            <a:ext cx="541020" cy="495300"/>
          </a:xfrm>
          <a:prstGeom prst="cub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cxnSp>
        <p:nvCxnSpPr>
          <p:cNvPr id="162" name="Connector: Curved 161">
            <a:extLst>
              <a:ext uri="{FF2B5EF4-FFF2-40B4-BE49-F238E27FC236}">
                <a16:creationId xmlns:a16="http://schemas.microsoft.com/office/drawing/2014/main" id="{D01C7A60-5A73-CC6B-6BBE-D818F21AD977}"/>
              </a:ext>
            </a:extLst>
          </p:cNvPr>
          <p:cNvCxnSpPr>
            <a:cxnSpLocks/>
            <a:stCxn id="148" idx="2"/>
            <a:endCxn id="159" idx="5"/>
          </p:cNvCxnSpPr>
          <p:nvPr/>
        </p:nvCxnSpPr>
        <p:spPr>
          <a:xfrm rot="5400000">
            <a:off x="2856635" y="5116848"/>
            <a:ext cx="373364" cy="343591"/>
          </a:xfrm>
          <a:prstGeom prst="curved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Connector: Curved 163">
            <a:extLst>
              <a:ext uri="{FF2B5EF4-FFF2-40B4-BE49-F238E27FC236}">
                <a16:creationId xmlns:a16="http://schemas.microsoft.com/office/drawing/2014/main" id="{FE820A11-782A-C0FD-9415-B6B4E50EA83F}"/>
              </a:ext>
            </a:extLst>
          </p:cNvPr>
          <p:cNvCxnSpPr>
            <a:cxnSpLocks/>
            <a:stCxn id="159" idx="2"/>
            <a:endCxn id="150" idx="2"/>
          </p:cNvCxnSpPr>
          <p:nvPr/>
        </p:nvCxnSpPr>
        <p:spPr>
          <a:xfrm rot="10800000">
            <a:off x="1826129" y="5085304"/>
            <a:ext cx="504373" cy="513846"/>
          </a:xfrm>
          <a:prstGeom prst="curved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1" name="TextBox 170">
            <a:extLst>
              <a:ext uri="{FF2B5EF4-FFF2-40B4-BE49-F238E27FC236}">
                <a16:creationId xmlns:a16="http://schemas.microsoft.com/office/drawing/2014/main" id="{E6F966CE-5338-2562-ABBE-7D6826878103}"/>
              </a:ext>
            </a:extLst>
          </p:cNvPr>
          <p:cNvSpPr txBox="1"/>
          <p:nvPr/>
        </p:nvSpPr>
        <p:spPr>
          <a:xfrm>
            <a:off x="2977347" y="5251290"/>
            <a:ext cx="844731" cy="646331"/>
          </a:xfrm>
          <a:prstGeom prst="rect">
            <a:avLst/>
          </a:prstGeom>
          <a:solidFill>
            <a:srgbClr val="F2F2F2">
              <a:alpha val="80000"/>
            </a:srgbClr>
          </a:solidFill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156082"/>
                </a:solidFill>
              </a:rPr>
              <a:t>ML-Model</a:t>
            </a:r>
            <a:endParaRPr lang="en-DE" dirty="0">
              <a:solidFill>
                <a:srgbClr val="156082"/>
              </a:solidFill>
            </a:endParaRPr>
          </a:p>
        </p:txBody>
      </p:sp>
      <p:pic>
        <p:nvPicPr>
          <p:cNvPr id="56" name="Picture 55" descr="A building with a red cross on it&#10;&#10;Description automatically generated">
            <a:extLst>
              <a:ext uri="{FF2B5EF4-FFF2-40B4-BE49-F238E27FC236}">
                <a16:creationId xmlns:a16="http://schemas.microsoft.com/office/drawing/2014/main" id="{99A253DC-0646-359D-71F9-9D5B7584E78D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7027" y="3304772"/>
            <a:ext cx="641079" cy="641079"/>
          </a:xfrm>
          <a:prstGeom prst="rect">
            <a:avLst/>
          </a:prstGeom>
        </p:spPr>
      </p:pic>
      <p:cxnSp>
        <p:nvCxnSpPr>
          <p:cNvPr id="176" name="Connector: Curved 175">
            <a:extLst>
              <a:ext uri="{FF2B5EF4-FFF2-40B4-BE49-F238E27FC236}">
                <a16:creationId xmlns:a16="http://schemas.microsoft.com/office/drawing/2014/main" id="{28846174-76BA-0FAF-5A63-949119981A87}"/>
              </a:ext>
            </a:extLst>
          </p:cNvPr>
          <p:cNvCxnSpPr>
            <a:cxnSpLocks/>
            <a:stCxn id="25" idx="2"/>
            <a:endCxn id="149" idx="0"/>
          </p:cNvCxnSpPr>
          <p:nvPr/>
        </p:nvCxnSpPr>
        <p:spPr>
          <a:xfrm rot="16200000" flipH="1">
            <a:off x="2272160" y="3462477"/>
            <a:ext cx="303089" cy="1582816"/>
          </a:xfrm>
          <a:prstGeom prst="curvedConnector3">
            <a:avLst>
              <a:gd name="adj1" fmla="val 50000"/>
            </a:avLst>
          </a:prstGeom>
          <a:ln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9" name="Connector: Curved 218">
            <a:extLst>
              <a:ext uri="{FF2B5EF4-FFF2-40B4-BE49-F238E27FC236}">
                <a16:creationId xmlns:a16="http://schemas.microsoft.com/office/drawing/2014/main" id="{66C6EDC8-915A-BE7B-D5F5-6C54CBA91782}"/>
              </a:ext>
            </a:extLst>
          </p:cNvPr>
          <p:cNvCxnSpPr>
            <a:cxnSpLocks/>
            <a:stCxn id="25" idx="2"/>
            <a:endCxn id="152" idx="0"/>
          </p:cNvCxnSpPr>
          <p:nvPr/>
        </p:nvCxnSpPr>
        <p:spPr>
          <a:xfrm rot="16200000" flipH="1">
            <a:off x="1585996" y="4148641"/>
            <a:ext cx="286432" cy="193832"/>
          </a:xfrm>
          <a:prstGeom prst="curvedConnector3">
            <a:avLst>
              <a:gd name="adj1" fmla="val 50000"/>
            </a:avLst>
          </a:prstGeom>
          <a:ln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4" name="Rectangle 253">
            <a:extLst>
              <a:ext uri="{FF2B5EF4-FFF2-40B4-BE49-F238E27FC236}">
                <a16:creationId xmlns:a16="http://schemas.microsoft.com/office/drawing/2014/main" id="{F9CDCCDE-FFF0-F67B-8059-B4AA3D65AA82}"/>
              </a:ext>
            </a:extLst>
          </p:cNvPr>
          <p:cNvSpPr/>
          <p:nvPr/>
        </p:nvSpPr>
        <p:spPr>
          <a:xfrm>
            <a:off x="4169053" y="3825433"/>
            <a:ext cx="3041939" cy="2071995"/>
          </a:xfrm>
          <a:custGeom>
            <a:avLst/>
            <a:gdLst>
              <a:gd name="connsiteX0" fmla="*/ 0 w 3041939"/>
              <a:gd name="connsiteY0" fmla="*/ 0 h 2071995"/>
              <a:gd name="connsiteX1" fmla="*/ 669227 w 3041939"/>
              <a:gd name="connsiteY1" fmla="*/ 0 h 2071995"/>
              <a:gd name="connsiteX2" fmla="*/ 1277614 w 3041939"/>
              <a:gd name="connsiteY2" fmla="*/ 0 h 2071995"/>
              <a:gd name="connsiteX3" fmla="*/ 1886002 w 3041939"/>
              <a:gd name="connsiteY3" fmla="*/ 0 h 2071995"/>
              <a:gd name="connsiteX4" fmla="*/ 2494390 w 3041939"/>
              <a:gd name="connsiteY4" fmla="*/ 0 h 2071995"/>
              <a:gd name="connsiteX5" fmla="*/ 3041939 w 3041939"/>
              <a:gd name="connsiteY5" fmla="*/ 0 h 2071995"/>
              <a:gd name="connsiteX6" fmla="*/ 3041939 w 3041939"/>
              <a:gd name="connsiteY6" fmla="*/ 649225 h 2071995"/>
              <a:gd name="connsiteX7" fmla="*/ 3041939 w 3041939"/>
              <a:gd name="connsiteY7" fmla="*/ 1381330 h 2071995"/>
              <a:gd name="connsiteX8" fmla="*/ 3041939 w 3041939"/>
              <a:gd name="connsiteY8" fmla="*/ 2071995 h 2071995"/>
              <a:gd name="connsiteX9" fmla="*/ 2463971 w 3041939"/>
              <a:gd name="connsiteY9" fmla="*/ 2071995 h 2071995"/>
              <a:gd name="connsiteX10" fmla="*/ 1886002 w 3041939"/>
              <a:gd name="connsiteY10" fmla="*/ 2071995 h 2071995"/>
              <a:gd name="connsiteX11" fmla="*/ 1338453 w 3041939"/>
              <a:gd name="connsiteY11" fmla="*/ 2071995 h 2071995"/>
              <a:gd name="connsiteX12" fmla="*/ 760485 w 3041939"/>
              <a:gd name="connsiteY12" fmla="*/ 2071995 h 2071995"/>
              <a:gd name="connsiteX13" fmla="*/ 0 w 3041939"/>
              <a:gd name="connsiteY13" fmla="*/ 2071995 h 2071995"/>
              <a:gd name="connsiteX14" fmla="*/ 0 w 3041939"/>
              <a:gd name="connsiteY14" fmla="*/ 1339890 h 2071995"/>
              <a:gd name="connsiteX15" fmla="*/ 0 w 3041939"/>
              <a:gd name="connsiteY15" fmla="*/ 628505 h 2071995"/>
              <a:gd name="connsiteX16" fmla="*/ 0 w 3041939"/>
              <a:gd name="connsiteY16" fmla="*/ 0 h 20719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041939" h="2071995" fill="none" extrusionOk="0">
                <a:moveTo>
                  <a:pt x="0" y="0"/>
                </a:moveTo>
                <a:cubicBezTo>
                  <a:pt x="201460" y="-28054"/>
                  <a:pt x="510331" y="-4494"/>
                  <a:pt x="669227" y="0"/>
                </a:cubicBezTo>
                <a:cubicBezTo>
                  <a:pt x="828123" y="4494"/>
                  <a:pt x="996014" y="-6332"/>
                  <a:pt x="1277614" y="0"/>
                </a:cubicBezTo>
                <a:cubicBezTo>
                  <a:pt x="1559214" y="6332"/>
                  <a:pt x="1595322" y="-9037"/>
                  <a:pt x="1886002" y="0"/>
                </a:cubicBezTo>
                <a:cubicBezTo>
                  <a:pt x="2176682" y="9037"/>
                  <a:pt x="2304390" y="27053"/>
                  <a:pt x="2494390" y="0"/>
                </a:cubicBezTo>
                <a:cubicBezTo>
                  <a:pt x="2684390" y="-27053"/>
                  <a:pt x="2789188" y="-9363"/>
                  <a:pt x="3041939" y="0"/>
                </a:cubicBezTo>
                <a:cubicBezTo>
                  <a:pt x="3020976" y="272437"/>
                  <a:pt x="3010435" y="442425"/>
                  <a:pt x="3041939" y="649225"/>
                </a:cubicBezTo>
                <a:cubicBezTo>
                  <a:pt x="3073443" y="856026"/>
                  <a:pt x="3048582" y="1042492"/>
                  <a:pt x="3041939" y="1381330"/>
                </a:cubicBezTo>
                <a:cubicBezTo>
                  <a:pt x="3035296" y="1720168"/>
                  <a:pt x="3063361" y="1729888"/>
                  <a:pt x="3041939" y="2071995"/>
                </a:cubicBezTo>
                <a:cubicBezTo>
                  <a:pt x="2794936" y="2097024"/>
                  <a:pt x="2642783" y="2049820"/>
                  <a:pt x="2463971" y="2071995"/>
                </a:cubicBezTo>
                <a:cubicBezTo>
                  <a:pt x="2285159" y="2094170"/>
                  <a:pt x="2146297" y="2095272"/>
                  <a:pt x="1886002" y="2071995"/>
                </a:cubicBezTo>
                <a:cubicBezTo>
                  <a:pt x="1625707" y="2048718"/>
                  <a:pt x="1497784" y="2062502"/>
                  <a:pt x="1338453" y="2071995"/>
                </a:cubicBezTo>
                <a:cubicBezTo>
                  <a:pt x="1179122" y="2081488"/>
                  <a:pt x="997557" y="2089765"/>
                  <a:pt x="760485" y="2071995"/>
                </a:cubicBezTo>
                <a:cubicBezTo>
                  <a:pt x="523413" y="2054225"/>
                  <a:pt x="340106" y="2036910"/>
                  <a:pt x="0" y="2071995"/>
                </a:cubicBezTo>
                <a:cubicBezTo>
                  <a:pt x="14726" y="1817457"/>
                  <a:pt x="25399" y="1694138"/>
                  <a:pt x="0" y="1339890"/>
                </a:cubicBezTo>
                <a:cubicBezTo>
                  <a:pt x="-25399" y="985642"/>
                  <a:pt x="34273" y="788867"/>
                  <a:pt x="0" y="628505"/>
                </a:cubicBezTo>
                <a:cubicBezTo>
                  <a:pt x="-34273" y="468144"/>
                  <a:pt x="-27811" y="180631"/>
                  <a:pt x="0" y="0"/>
                </a:cubicBezTo>
                <a:close/>
              </a:path>
              <a:path w="3041939" h="2071995" stroke="0" extrusionOk="0">
                <a:moveTo>
                  <a:pt x="0" y="0"/>
                </a:moveTo>
                <a:cubicBezTo>
                  <a:pt x="155618" y="8379"/>
                  <a:pt x="296098" y="-19652"/>
                  <a:pt x="517130" y="0"/>
                </a:cubicBezTo>
                <a:cubicBezTo>
                  <a:pt x="738162" y="19652"/>
                  <a:pt x="831473" y="3073"/>
                  <a:pt x="1095098" y="0"/>
                </a:cubicBezTo>
                <a:cubicBezTo>
                  <a:pt x="1358723" y="-3073"/>
                  <a:pt x="1420458" y="-247"/>
                  <a:pt x="1673066" y="0"/>
                </a:cubicBezTo>
                <a:cubicBezTo>
                  <a:pt x="1925674" y="247"/>
                  <a:pt x="2044355" y="-25323"/>
                  <a:pt x="2251035" y="0"/>
                </a:cubicBezTo>
                <a:cubicBezTo>
                  <a:pt x="2457715" y="25323"/>
                  <a:pt x="2788934" y="11582"/>
                  <a:pt x="3041939" y="0"/>
                </a:cubicBezTo>
                <a:cubicBezTo>
                  <a:pt x="3023917" y="159670"/>
                  <a:pt x="3067269" y="498909"/>
                  <a:pt x="3041939" y="649225"/>
                </a:cubicBezTo>
                <a:cubicBezTo>
                  <a:pt x="3016609" y="799542"/>
                  <a:pt x="3020514" y="1061441"/>
                  <a:pt x="3041939" y="1277730"/>
                </a:cubicBezTo>
                <a:cubicBezTo>
                  <a:pt x="3063364" y="1494020"/>
                  <a:pt x="3072351" y="1802270"/>
                  <a:pt x="3041939" y="2071995"/>
                </a:cubicBezTo>
                <a:cubicBezTo>
                  <a:pt x="2869214" y="2056014"/>
                  <a:pt x="2649252" y="2055829"/>
                  <a:pt x="2463971" y="2071995"/>
                </a:cubicBezTo>
                <a:cubicBezTo>
                  <a:pt x="2278690" y="2088161"/>
                  <a:pt x="2081393" y="2098950"/>
                  <a:pt x="1916422" y="2071995"/>
                </a:cubicBezTo>
                <a:cubicBezTo>
                  <a:pt x="1751451" y="2045040"/>
                  <a:pt x="1540356" y="2060243"/>
                  <a:pt x="1399292" y="2071995"/>
                </a:cubicBezTo>
                <a:cubicBezTo>
                  <a:pt x="1258228" y="2083748"/>
                  <a:pt x="1050560" y="2075665"/>
                  <a:pt x="882162" y="2071995"/>
                </a:cubicBezTo>
                <a:cubicBezTo>
                  <a:pt x="713764" y="2068326"/>
                  <a:pt x="319957" y="2086384"/>
                  <a:pt x="0" y="2071995"/>
                </a:cubicBezTo>
                <a:cubicBezTo>
                  <a:pt x="10496" y="1910265"/>
                  <a:pt x="-6338" y="1557363"/>
                  <a:pt x="0" y="1339890"/>
                </a:cubicBezTo>
                <a:cubicBezTo>
                  <a:pt x="6338" y="1122418"/>
                  <a:pt x="12332" y="900355"/>
                  <a:pt x="0" y="669945"/>
                </a:cubicBezTo>
                <a:cubicBezTo>
                  <a:pt x="-12332" y="439536"/>
                  <a:pt x="5416" y="170218"/>
                  <a:pt x="0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3798046833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255" name="Rectangle 254">
            <a:extLst>
              <a:ext uri="{FF2B5EF4-FFF2-40B4-BE49-F238E27FC236}">
                <a16:creationId xmlns:a16="http://schemas.microsoft.com/office/drawing/2014/main" id="{14A5EBB7-FAE8-7BC4-F17C-D938F03A64B3}"/>
              </a:ext>
            </a:extLst>
          </p:cNvPr>
          <p:cNvSpPr/>
          <p:nvPr/>
        </p:nvSpPr>
        <p:spPr>
          <a:xfrm>
            <a:off x="5757254" y="4355231"/>
            <a:ext cx="1280916" cy="746730"/>
          </a:xfrm>
          <a:custGeom>
            <a:avLst/>
            <a:gdLst>
              <a:gd name="connsiteX0" fmla="*/ 0 w 1280916"/>
              <a:gd name="connsiteY0" fmla="*/ 0 h 746730"/>
              <a:gd name="connsiteX1" fmla="*/ 388545 w 1280916"/>
              <a:gd name="connsiteY1" fmla="*/ 0 h 746730"/>
              <a:gd name="connsiteX2" fmla="*/ 841135 w 1280916"/>
              <a:gd name="connsiteY2" fmla="*/ 0 h 746730"/>
              <a:gd name="connsiteX3" fmla="*/ 1280916 w 1280916"/>
              <a:gd name="connsiteY3" fmla="*/ 0 h 746730"/>
              <a:gd name="connsiteX4" fmla="*/ 1280916 w 1280916"/>
              <a:gd name="connsiteY4" fmla="*/ 358430 h 746730"/>
              <a:gd name="connsiteX5" fmla="*/ 1280916 w 1280916"/>
              <a:gd name="connsiteY5" fmla="*/ 746730 h 746730"/>
              <a:gd name="connsiteX6" fmla="*/ 853944 w 1280916"/>
              <a:gd name="connsiteY6" fmla="*/ 746730 h 746730"/>
              <a:gd name="connsiteX7" fmla="*/ 401354 w 1280916"/>
              <a:gd name="connsiteY7" fmla="*/ 746730 h 746730"/>
              <a:gd name="connsiteX8" fmla="*/ 0 w 1280916"/>
              <a:gd name="connsiteY8" fmla="*/ 746730 h 746730"/>
              <a:gd name="connsiteX9" fmla="*/ 0 w 1280916"/>
              <a:gd name="connsiteY9" fmla="*/ 388300 h 746730"/>
              <a:gd name="connsiteX10" fmla="*/ 0 w 1280916"/>
              <a:gd name="connsiteY10" fmla="*/ 0 h 7467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80916" h="746730" fill="none" extrusionOk="0">
                <a:moveTo>
                  <a:pt x="0" y="0"/>
                </a:moveTo>
                <a:cubicBezTo>
                  <a:pt x="183134" y="-28792"/>
                  <a:pt x="220613" y="19133"/>
                  <a:pt x="388545" y="0"/>
                </a:cubicBezTo>
                <a:cubicBezTo>
                  <a:pt x="556478" y="-19133"/>
                  <a:pt x="662777" y="43471"/>
                  <a:pt x="841135" y="0"/>
                </a:cubicBezTo>
                <a:cubicBezTo>
                  <a:pt x="1019493" y="-43471"/>
                  <a:pt x="1178773" y="32755"/>
                  <a:pt x="1280916" y="0"/>
                </a:cubicBezTo>
                <a:cubicBezTo>
                  <a:pt x="1322496" y="117170"/>
                  <a:pt x="1258611" y="271169"/>
                  <a:pt x="1280916" y="358430"/>
                </a:cubicBezTo>
                <a:cubicBezTo>
                  <a:pt x="1303221" y="445691"/>
                  <a:pt x="1278336" y="570398"/>
                  <a:pt x="1280916" y="746730"/>
                </a:cubicBezTo>
                <a:cubicBezTo>
                  <a:pt x="1131531" y="766550"/>
                  <a:pt x="1006179" y="724288"/>
                  <a:pt x="853944" y="746730"/>
                </a:cubicBezTo>
                <a:cubicBezTo>
                  <a:pt x="701709" y="769172"/>
                  <a:pt x="502920" y="712643"/>
                  <a:pt x="401354" y="746730"/>
                </a:cubicBezTo>
                <a:cubicBezTo>
                  <a:pt x="299788" y="780817"/>
                  <a:pt x="82778" y="730934"/>
                  <a:pt x="0" y="746730"/>
                </a:cubicBezTo>
                <a:cubicBezTo>
                  <a:pt x="-34807" y="579112"/>
                  <a:pt x="39815" y="502075"/>
                  <a:pt x="0" y="388300"/>
                </a:cubicBezTo>
                <a:cubicBezTo>
                  <a:pt x="-39815" y="274525"/>
                  <a:pt x="22908" y="154520"/>
                  <a:pt x="0" y="0"/>
                </a:cubicBezTo>
                <a:close/>
              </a:path>
              <a:path w="1280916" h="746730" stroke="0" extrusionOk="0">
                <a:moveTo>
                  <a:pt x="0" y="0"/>
                </a:moveTo>
                <a:cubicBezTo>
                  <a:pt x="168807" y="-2456"/>
                  <a:pt x="272679" y="39956"/>
                  <a:pt x="388545" y="0"/>
                </a:cubicBezTo>
                <a:cubicBezTo>
                  <a:pt x="504412" y="-39956"/>
                  <a:pt x="637930" y="36087"/>
                  <a:pt x="802707" y="0"/>
                </a:cubicBezTo>
                <a:cubicBezTo>
                  <a:pt x="967484" y="-36087"/>
                  <a:pt x="1129616" y="47431"/>
                  <a:pt x="1280916" y="0"/>
                </a:cubicBezTo>
                <a:cubicBezTo>
                  <a:pt x="1306484" y="154476"/>
                  <a:pt x="1277245" y="221586"/>
                  <a:pt x="1280916" y="380832"/>
                </a:cubicBezTo>
                <a:cubicBezTo>
                  <a:pt x="1284587" y="540078"/>
                  <a:pt x="1265165" y="658640"/>
                  <a:pt x="1280916" y="746730"/>
                </a:cubicBezTo>
                <a:cubicBezTo>
                  <a:pt x="1109706" y="787107"/>
                  <a:pt x="1064834" y="717906"/>
                  <a:pt x="879562" y="746730"/>
                </a:cubicBezTo>
                <a:cubicBezTo>
                  <a:pt x="694290" y="775554"/>
                  <a:pt x="663493" y="722268"/>
                  <a:pt x="465399" y="746730"/>
                </a:cubicBezTo>
                <a:cubicBezTo>
                  <a:pt x="267305" y="771192"/>
                  <a:pt x="114078" y="692901"/>
                  <a:pt x="0" y="746730"/>
                </a:cubicBezTo>
                <a:cubicBezTo>
                  <a:pt x="-7781" y="587695"/>
                  <a:pt x="27030" y="538110"/>
                  <a:pt x="0" y="388300"/>
                </a:cubicBezTo>
                <a:cubicBezTo>
                  <a:pt x="-27030" y="238490"/>
                  <a:pt x="23398" y="163758"/>
                  <a:pt x="0" y="0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extLst>
              <a:ext uri="{C807C97D-BFC1-408E-A445-0C87EB9F89A2}">
                <ask:lineSketchStyleProps xmlns:ask="http://schemas.microsoft.com/office/drawing/2018/sketchyshapes" sd="1928154157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 dirty="0"/>
          </a:p>
        </p:txBody>
      </p:sp>
      <p:sp>
        <p:nvSpPr>
          <p:cNvPr id="256" name="TextBox 255">
            <a:extLst>
              <a:ext uri="{FF2B5EF4-FFF2-40B4-BE49-F238E27FC236}">
                <a16:creationId xmlns:a16="http://schemas.microsoft.com/office/drawing/2014/main" id="{8FAA3429-205A-1EBF-4FA5-3EAC2F48D341}"/>
              </a:ext>
            </a:extLst>
          </p:cNvPr>
          <p:cNvSpPr txBox="1"/>
          <p:nvPr/>
        </p:nvSpPr>
        <p:spPr>
          <a:xfrm>
            <a:off x="5757254" y="4405430"/>
            <a:ext cx="12809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0070C0"/>
                </a:solidFill>
              </a:rPr>
              <a:t>80% Data: training</a:t>
            </a:r>
            <a:endParaRPr lang="en-DE" dirty="0">
              <a:solidFill>
                <a:srgbClr val="0070C0"/>
              </a:solidFill>
            </a:endParaRPr>
          </a:p>
        </p:txBody>
      </p:sp>
      <p:sp>
        <p:nvSpPr>
          <p:cNvPr id="257" name="Rectangle 256">
            <a:extLst>
              <a:ext uri="{FF2B5EF4-FFF2-40B4-BE49-F238E27FC236}">
                <a16:creationId xmlns:a16="http://schemas.microsoft.com/office/drawing/2014/main" id="{402BDE95-DC75-0F86-3CA9-9B7BDBDE12E0}"/>
              </a:ext>
            </a:extLst>
          </p:cNvPr>
          <p:cNvSpPr/>
          <p:nvPr/>
        </p:nvSpPr>
        <p:spPr>
          <a:xfrm>
            <a:off x="4368270" y="4338574"/>
            <a:ext cx="1280916" cy="746730"/>
          </a:xfrm>
          <a:custGeom>
            <a:avLst/>
            <a:gdLst>
              <a:gd name="connsiteX0" fmla="*/ 0 w 1280916"/>
              <a:gd name="connsiteY0" fmla="*/ 0 h 746730"/>
              <a:gd name="connsiteX1" fmla="*/ 388545 w 1280916"/>
              <a:gd name="connsiteY1" fmla="*/ 0 h 746730"/>
              <a:gd name="connsiteX2" fmla="*/ 841135 w 1280916"/>
              <a:gd name="connsiteY2" fmla="*/ 0 h 746730"/>
              <a:gd name="connsiteX3" fmla="*/ 1280916 w 1280916"/>
              <a:gd name="connsiteY3" fmla="*/ 0 h 746730"/>
              <a:gd name="connsiteX4" fmla="*/ 1280916 w 1280916"/>
              <a:gd name="connsiteY4" fmla="*/ 358430 h 746730"/>
              <a:gd name="connsiteX5" fmla="*/ 1280916 w 1280916"/>
              <a:gd name="connsiteY5" fmla="*/ 746730 h 746730"/>
              <a:gd name="connsiteX6" fmla="*/ 853944 w 1280916"/>
              <a:gd name="connsiteY6" fmla="*/ 746730 h 746730"/>
              <a:gd name="connsiteX7" fmla="*/ 401354 w 1280916"/>
              <a:gd name="connsiteY7" fmla="*/ 746730 h 746730"/>
              <a:gd name="connsiteX8" fmla="*/ 0 w 1280916"/>
              <a:gd name="connsiteY8" fmla="*/ 746730 h 746730"/>
              <a:gd name="connsiteX9" fmla="*/ 0 w 1280916"/>
              <a:gd name="connsiteY9" fmla="*/ 388300 h 746730"/>
              <a:gd name="connsiteX10" fmla="*/ 0 w 1280916"/>
              <a:gd name="connsiteY10" fmla="*/ 0 h 7467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80916" h="746730" fill="none" extrusionOk="0">
                <a:moveTo>
                  <a:pt x="0" y="0"/>
                </a:moveTo>
                <a:cubicBezTo>
                  <a:pt x="183134" y="-28792"/>
                  <a:pt x="220613" y="19133"/>
                  <a:pt x="388545" y="0"/>
                </a:cubicBezTo>
                <a:cubicBezTo>
                  <a:pt x="556478" y="-19133"/>
                  <a:pt x="662777" y="43471"/>
                  <a:pt x="841135" y="0"/>
                </a:cubicBezTo>
                <a:cubicBezTo>
                  <a:pt x="1019493" y="-43471"/>
                  <a:pt x="1178773" y="32755"/>
                  <a:pt x="1280916" y="0"/>
                </a:cubicBezTo>
                <a:cubicBezTo>
                  <a:pt x="1322496" y="117170"/>
                  <a:pt x="1258611" y="271169"/>
                  <a:pt x="1280916" y="358430"/>
                </a:cubicBezTo>
                <a:cubicBezTo>
                  <a:pt x="1303221" y="445691"/>
                  <a:pt x="1278336" y="570398"/>
                  <a:pt x="1280916" y="746730"/>
                </a:cubicBezTo>
                <a:cubicBezTo>
                  <a:pt x="1131531" y="766550"/>
                  <a:pt x="1006179" y="724288"/>
                  <a:pt x="853944" y="746730"/>
                </a:cubicBezTo>
                <a:cubicBezTo>
                  <a:pt x="701709" y="769172"/>
                  <a:pt x="502920" y="712643"/>
                  <a:pt x="401354" y="746730"/>
                </a:cubicBezTo>
                <a:cubicBezTo>
                  <a:pt x="299788" y="780817"/>
                  <a:pt x="82778" y="730934"/>
                  <a:pt x="0" y="746730"/>
                </a:cubicBezTo>
                <a:cubicBezTo>
                  <a:pt x="-34807" y="579112"/>
                  <a:pt x="39815" y="502075"/>
                  <a:pt x="0" y="388300"/>
                </a:cubicBezTo>
                <a:cubicBezTo>
                  <a:pt x="-39815" y="274525"/>
                  <a:pt x="22908" y="154520"/>
                  <a:pt x="0" y="0"/>
                </a:cubicBezTo>
                <a:close/>
              </a:path>
              <a:path w="1280916" h="746730" stroke="0" extrusionOk="0">
                <a:moveTo>
                  <a:pt x="0" y="0"/>
                </a:moveTo>
                <a:cubicBezTo>
                  <a:pt x="168807" y="-2456"/>
                  <a:pt x="272679" y="39956"/>
                  <a:pt x="388545" y="0"/>
                </a:cubicBezTo>
                <a:cubicBezTo>
                  <a:pt x="504412" y="-39956"/>
                  <a:pt x="637930" y="36087"/>
                  <a:pt x="802707" y="0"/>
                </a:cubicBezTo>
                <a:cubicBezTo>
                  <a:pt x="967484" y="-36087"/>
                  <a:pt x="1129616" y="47431"/>
                  <a:pt x="1280916" y="0"/>
                </a:cubicBezTo>
                <a:cubicBezTo>
                  <a:pt x="1306484" y="154476"/>
                  <a:pt x="1277245" y="221586"/>
                  <a:pt x="1280916" y="380832"/>
                </a:cubicBezTo>
                <a:cubicBezTo>
                  <a:pt x="1284587" y="540078"/>
                  <a:pt x="1265165" y="658640"/>
                  <a:pt x="1280916" y="746730"/>
                </a:cubicBezTo>
                <a:cubicBezTo>
                  <a:pt x="1109706" y="787107"/>
                  <a:pt x="1064834" y="717906"/>
                  <a:pt x="879562" y="746730"/>
                </a:cubicBezTo>
                <a:cubicBezTo>
                  <a:pt x="694290" y="775554"/>
                  <a:pt x="663493" y="722268"/>
                  <a:pt x="465399" y="746730"/>
                </a:cubicBezTo>
                <a:cubicBezTo>
                  <a:pt x="267305" y="771192"/>
                  <a:pt x="114078" y="692901"/>
                  <a:pt x="0" y="746730"/>
                </a:cubicBezTo>
                <a:cubicBezTo>
                  <a:pt x="-7781" y="587695"/>
                  <a:pt x="27030" y="538110"/>
                  <a:pt x="0" y="388300"/>
                </a:cubicBezTo>
                <a:cubicBezTo>
                  <a:pt x="-27030" y="238490"/>
                  <a:pt x="23398" y="163758"/>
                  <a:pt x="0" y="0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extLst>
              <a:ext uri="{C807C97D-BFC1-408E-A445-0C87EB9F89A2}">
                <ask:lineSketchStyleProps xmlns:ask="http://schemas.microsoft.com/office/drawing/2018/sketchyshapes" sd="1928154157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 dirty="0"/>
          </a:p>
        </p:txBody>
      </p:sp>
      <p:sp>
        <p:nvSpPr>
          <p:cNvPr id="258" name="TextBox 257">
            <a:extLst>
              <a:ext uri="{FF2B5EF4-FFF2-40B4-BE49-F238E27FC236}">
                <a16:creationId xmlns:a16="http://schemas.microsoft.com/office/drawing/2014/main" id="{E387F32D-EC12-9560-27F7-0D5170242891}"/>
              </a:ext>
            </a:extLst>
          </p:cNvPr>
          <p:cNvSpPr txBox="1"/>
          <p:nvPr/>
        </p:nvSpPr>
        <p:spPr>
          <a:xfrm>
            <a:off x="4368270" y="4388773"/>
            <a:ext cx="12809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0070C0"/>
                </a:solidFill>
              </a:rPr>
              <a:t>20% Data: validation</a:t>
            </a:r>
            <a:endParaRPr lang="en-DE" dirty="0">
              <a:solidFill>
                <a:srgbClr val="0070C0"/>
              </a:solidFill>
            </a:endParaRPr>
          </a:p>
        </p:txBody>
      </p:sp>
      <p:sp>
        <p:nvSpPr>
          <p:cNvPr id="259" name="Cube 258">
            <a:extLst>
              <a:ext uri="{FF2B5EF4-FFF2-40B4-BE49-F238E27FC236}">
                <a16:creationId xmlns:a16="http://schemas.microsoft.com/office/drawing/2014/main" id="{10173186-7207-2635-D2CE-4EFEFDCACF2F}"/>
              </a:ext>
            </a:extLst>
          </p:cNvPr>
          <p:cNvSpPr/>
          <p:nvPr/>
        </p:nvSpPr>
        <p:spPr>
          <a:xfrm>
            <a:off x="5513101" y="5289587"/>
            <a:ext cx="541020" cy="495300"/>
          </a:xfrm>
          <a:prstGeom prst="cub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cxnSp>
        <p:nvCxnSpPr>
          <p:cNvPr id="260" name="Connector: Curved 259">
            <a:extLst>
              <a:ext uri="{FF2B5EF4-FFF2-40B4-BE49-F238E27FC236}">
                <a16:creationId xmlns:a16="http://schemas.microsoft.com/office/drawing/2014/main" id="{AD3724DF-8272-1154-B6F9-FE76E48D0A27}"/>
              </a:ext>
            </a:extLst>
          </p:cNvPr>
          <p:cNvCxnSpPr>
            <a:cxnSpLocks/>
            <a:stCxn id="255" idx="2"/>
            <a:endCxn id="259" idx="5"/>
          </p:cNvCxnSpPr>
          <p:nvPr/>
        </p:nvCxnSpPr>
        <p:spPr>
          <a:xfrm rot="5400000">
            <a:off x="6039235" y="5116848"/>
            <a:ext cx="373364" cy="343591"/>
          </a:xfrm>
          <a:prstGeom prst="curved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1" name="Connector: Curved 260">
            <a:extLst>
              <a:ext uri="{FF2B5EF4-FFF2-40B4-BE49-F238E27FC236}">
                <a16:creationId xmlns:a16="http://schemas.microsoft.com/office/drawing/2014/main" id="{F5D9705C-EC58-F6F0-2DA7-27034B1D2C77}"/>
              </a:ext>
            </a:extLst>
          </p:cNvPr>
          <p:cNvCxnSpPr>
            <a:cxnSpLocks/>
            <a:stCxn id="259" idx="2"/>
            <a:endCxn id="257" idx="2"/>
          </p:cNvCxnSpPr>
          <p:nvPr/>
        </p:nvCxnSpPr>
        <p:spPr>
          <a:xfrm rot="10800000">
            <a:off x="5008729" y="5085304"/>
            <a:ext cx="504373" cy="513846"/>
          </a:xfrm>
          <a:prstGeom prst="curved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2" name="TextBox 261">
            <a:extLst>
              <a:ext uri="{FF2B5EF4-FFF2-40B4-BE49-F238E27FC236}">
                <a16:creationId xmlns:a16="http://schemas.microsoft.com/office/drawing/2014/main" id="{AF30BDB1-0AAC-9F54-6C8F-741FACAB76D1}"/>
              </a:ext>
            </a:extLst>
          </p:cNvPr>
          <p:cNvSpPr txBox="1"/>
          <p:nvPr/>
        </p:nvSpPr>
        <p:spPr>
          <a:xfrm>
            <a:off x="6159947" y="5251290"/>
            <a:ext cx="844731" cy="646331"/>
          </a:xfrm>
          <a:prstGeom prst="rect">
            <a:avLst/>
          </a:prstGeom>
          <a:solidFill>
            <a:srgbClr val="F2F2F2">
              <a:alpha val="80000"/>
            </a:srgbClr>
          </a:solidFill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156082"/>
                </a:solidFill>
              </a:rPr>
              <a:t>ML-Model</a:t>
            </a:r>
            <a:endParaRPr lang="en-DE" dirty="0">
              <a:solidFill>
                <a:srgbClr val="156082"/>
              </a:solidFill>
            </a:endParaRPr>
          </a:p>
        </p:txBody>
      </p:sp>
      <p:cxnSp>
        <p:nvCxnSpPr>
          <p:cNvPr id="263" name="Connector: Curved 262">
            <a:extLst>
              <a:ext uri="{FF2B5EF4-FFF2-40B4-BE49-F238E27FC236}">
                <a16:creationId xmlns:a16="http://schemas.microsoft.com/office/drawing/2014/main" id="{1B4E9236-1EDF-09F9-A44D-3AACE6F273A9}"/>
              </a:ext>
            </a:extLst>
          </p:cNvPr>
          <p:cNvCxnSpPr>
            <a:cxnSpLocks/>
            <a:stCxn id="253" idx="2"/>
            <a:endCxn id="256" idx="0"/>
          </p:cNvCxnSpPr>
          <p:nvPr/>
        </p:nvCxnSpPr>
        <p:spPr>
          <a:xfrm rot="16200000" flipH="1">
            <a:off x="5454760" y="3462477"/>
            <a:ext cx="303089" cy="1582816"/>
          </a:xfrm>
          <a:prstGeom prst="curvedConnector3">
            <a:avLst>
              <a:gd name="adj1" fmla="val 50000"/>
            </a:avLst>
          </a:prstGeom>
          <a:ln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4" name="Connector: Curved 263">
            <a:extLst>
              <a:ext uri="{FF2B5EF4-FFF2-40B4-BE49-F238E27FC236}">
                <a16:creationId xmlns:a16="http://schemas.microsoft.com/office/drawing/2014/main" id="{05C551D0-CE7A-0FD8-B1C6-FE084AB884AF}"/>
              </a:ext>
            </a:extLst>
          </p:cNvPr>
          <p:cNvCxnSpPr>
            <a:cxnSpLocks/>
            <a:stCxn id="253" idx="2"/>
            <a:endCxn id="258" idx="0"/>
          </p:cNvCxnSpPr>
          <p:nvPr/>
        </p:nvCxnSpPr>
        <p:spPr>
          <a:xfrm rot="16200000" flipH="1">
            <a:off x="4768596" y="4148641"/>
            <a:ext cx="286432" cy="193832"/>
          </a:xfrm>
          <a:prstGeom prst="curvedConnector3">
            <a:avLst>
              <a:gd name="adj1" fmla="val 50000"/>
            </a:avLst>
          </a:prstGeom>
          <a:ln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7" name="Rectangle 266">
            <a:extLst>
              <a:ext uri="{FF2B5EF4-FFF2-40B4-BE49-F238E27FC236}">
                <a16:creationId xmlns:a16="http://schemas.microsoft.com/office/drawing/2014/main" id="{573D0760-4B9D-38E0-3B7A-B25873863BB1}"/>
              </a:ext>
            </a:extLst>
          </p:cNvPr>
          <p:cNvSpPr/>
          <p:nvPr/>
        </p:nvSpPr>
        <p:spPr>
          <a:xfrm>
            <a:off x="7350041" y="3789341"/>
            <a:ext cx="3041939" cy="2108087"/>
          </a:xfrm>
          <a:custGeom>
            <a:avLst/>
            <a:gdLst>
              <a:gd name="connsiteX0" fmla="*/ 0 w 3041939"/>
              <a:gd name="connsiteY0" fmla="*/ 0 h 2108087"/>
              <a:gd name="connsiteX1" fmla="*/ 669227 w 3041939"/>
              <a:gd name="connsiteY1" fmla="*/ 0 h 2108087"/>
              <a:gd name="connsiteX2" fmla="*/ 1277614 w 3041939"/>
              <a:gd name="connsiteY2" fmla="*/ 0 h 2108087"/>
              <a:gd name="connsiteX3" fmla="*/ 1886002 w 3041939"/>
              <a:gd name="connsiteY3" fmla="*/ 0 h 2108087"/>
              <a:gd name="connsiteX4" fmla="*/ 2433551 w 3041939"/>
              <a:gd name="connsiteY4" fmla="*/ 0 h 2108087"/>
              <a:gd name="connsiteX5" fmla="*/ 3041939 w 3041939"/>
              <a:gd name="connsiteY5" fmla="*/ 0 h 2108087"/>
              <a:gd name="connsiteX6" fmla="*/ 3041939 w 3041939"/>
              <a:gd name="connsiteY6" fmla="*/ 569183 h 2108087"/>
              <a:gd name="connsiteX7" fmla="*/ 3041939 w 3041939"/>
              <a:gd name="connsiteY7" fmla="*/ 1075124 h 2108087"/>
              <a:gd name="connsiteX8" fmla="*/ 3041939 w 3041939"/>
              <a:gd name="connsiteY8" fmla="*/ 1581065 h 2108087"/>
              <a:gd name="connsiteX9" fmla="*/ 3041939 w 3041939"/>
              <a:gd name="connsiteY9" fmla="*/ 2108087 h 2108087"/>
              <a:gd name="connsiteX10" fmla="*/ 2494390 w 3041939"/>
              <a:gd name="connsiteY10" fmla="*/ 2108087 h 2108087"/>
              <a:gd name="connsiteX11" fmla="*/ 1916422 w 3041939"/>
              <a:gd name="connsiteY11" fmla="*/ 2108087 h 2108087"/>
              <a:gd name="connsiteX12" fmla="*/ 1308034 w 3041939"/>
              <a:gd name="connsiteY12" fmla="*/ 2108087 h 2108087"/>
              <a:gd name="connsiteX13" fmla="*/ 638807 w 3041939"/>
              <a:gd name="connsiteY13" fmla="*/ 2108087 h 2108087"/>
              <a:gd name="connsiteX14" fmla="*/ 0 w 3041939"/>
              <a:gd name="connsiteY14" fmla="*/ 2108087 h 2108087"/>
              <a:gd name="connsiteX15" fmla="*/ 0 w 3041939"/>
              <a:gd name="connsiteY15" fmla="*/ 1538904 h 2108087"/>
              <a:gd name="connsiteX16" fmla="*/ 0 w 3041939"/>
              <a:gd name="connsiteY16" fmla="*/ 1054044 h 2108087"/>
              <a:gd name="connsiteX17" fmla="*/ 0 w 3041939"/>
              <a:gd name="connsiteY17" fmla="*/ 548103 h 2108087"/>
              <a:gd name="connsiteX18" fmla="*/ 0 w 3041939"/>
              <a:gd name="connsiteY18" fmla="*/ 0 h 21080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3041939" h="2108087" fill="none" extrusionOk="0">
                <a:moveTo>
                  <a:pt x="0" y="0"/>
                </a:moveTo>
                <a:cubicBezTo>
                  <a:pt x="148651" y="25099"/>
                  <a:pt x="390901" y="22229"/>
                  <a:pt x="669227" y="0"/>
                </a:cubicBezTo>
                <a:cubicBezTo>
                  <a:pt x="947553" y="-22229"/>
                  <a:pt x="989246" y="-7608"/>
                  <a:pt x="1277614" y="0"/>
                </a:cubicBezTo>
                <a:cubicBezTo>
                  <a:pt x="1565982" y="7608"/>
                  <a:pt x="1696002" y="27053"/>
                  <a:pt x="1886002" y="0"/>
                </a:cubicBezTo>
                <a:cubicBezTo>
                  <a:pt x="2076002" y="-27053"/>
                  <a:pt x="2180800" y="-9363"/>
                  <a:pt x="2433551" y="0"/>
                </a:cubicBezTo>
                <a:cubicBezTo>
                  <a:pt x="2686302" y="9363"/>
                  <a:pt x="2907627" y="26244"/>
                  <a:pt x="3041939" y="0"/>
                </a:cubicBezTo>
                <a:cubicBezTo>
                  <a:pt x="3028636" y="240487"/>
                  <a:pt x="3017955" y="338187"/>
                  <a:pt x="3041939" y="569183"/>
                </a:cubicBezTo>
                <a:cubicBezTo>
                  <a:pt x="3065923" y="800179"/>
                  <a:pt x="3039392" y="870760"/>
                  <a:pt x="3041939" y="1075124"/>
                </a:cubicBezTo>
                <a:cubicBezTo>
                  <a:pt x="3044486" y="1279488"/>
                  <a:pt x="3034765" y="1433311"/>
                  <a:pt x="3041939" y="1581065"/>
                </a:cubicBezTo>
                <a:cubicBezTo>
                  <a:pt x="3049113" y="1728819"/>
                  <a:pt x="3025361" y="1900639"/>
                  <a:pt x="3041939" y="2108087"/>
                </a:cubicBezTo>
                <a:cubicBezTo>
                  <a:pt x="2825250" y="2119418"/>
                  <a:pt x="2653721" y="2098594"/>
                  <a:pt x="2494390" y="2108087"/>
                </a:cubicBezTo>
                <a:cubicBezTo>
                  <a:pt x="2335059" y="2117580"/>
                  <a:pt x="2153494" y="2125857"/>
                  <a:pt x="1916422" y="2108087"/>
                </a:cubicBezTo>
                <a:cubicBezTo>
                  <a:pt x="1679350" y="2090317"/>
                  <a:pt x="1573218" y="2095817"/>
                  <a:pt x="1308034" y="2108087"/>
                </a:cubicBezTo>
                <a:cubicBezTo>
                  <a:pt x="1042850" y="2120357"/>
                  <a:pt x="955359" y="2082611"/>
                  <a:pt x="638807" y="2108087"/>
                </a:cubicBezTo>
                <a:cubicBezTo>
                  <a:pt x="322255" y="2133563"/>
                  <a:pt x="246518" y="2084112"/>
                  <a:pt x="0" y="2108087"/>
                </a:cubicBezTo>
                <a:cubicBezTo>
                  <a:pt x="4692" y="1960437"/>
                  <a:pt x="19404" y="1738401"/>
                  <a:pt x="0" y="1538904"/>
                </a:cubicBezTo>
                <a:cubicBezTo>
                  <a:pt x="-19404" y="1339407"/>
                  <a:pt x="-16332" y="1280502"/>
                  <a:pt x="0" y="1054044"/>
                </a:cubicBezTo>
                <a:cubicBezTo>
                  <a:pt x="16332" y="827586"/>
                  <a:pt x="-23226" y="659971"/>
                  <a:pt x="0" y="548103"/>
                </a:cubicBezTo>
                <a:cubicBezTo>
                  <a:pt x="23226" y="436235"/>
                  <a:pt x="24068" y="264825"/>
                  <a:pt x="0" y="0"/>
                </a:cubicBezTo>
                <a:close/>
              </a:path>
              <a:path w="3041939" h="2108087" stroke="0" extrusionOk="0">
                <a:moveTo>
                  <a:pt x="0" y="0"/>
                </a:moveTo>
                <a:cubicBezTo>
                  <a:pt x="155618" y="8379"/>
                  <a:pt x="296098" y="-19652"/>
                  <a:pt x="517130" y="0"/>
                </a:cubicBezTo>
                <a:cubicBezTo>
                  <a:pt x="738162" y="19652"/>
                  <a:pt x="831473" y="3073"/>
                  <a:pt x="1095098" y="0"/>
                </a:cubicBezTo>
                <a:cubicBezTo>
                  <a:pt x="1358723" y="-3073"/>
                  <a:pt x="1420458" y="-247"/>
                  <a:pt x="1673066" y="0"/>
                </a:cubicBezTo>
                <a:cubicBezTo>
                  <a:pt x="1925674" y="247"/>
                  <a:pt x="2044355" y="-25323"/>
                  <a:pt x="2251035" y="0"/>
                </a:cubicBezTo>
                <a:cubicBezTo>
                  <a:pt x="2457715" y="25323"/>
                  <a:pt x="2788934" y="11582"/>
                  <a:pt x="3041939" y="0"/>
                </a:cubicBezTo>
                <a:cubicBezTo>
                  <a:pt x="3054059" y="227769"/>
                  <a:pt x="3063856" y="263825"/>
                  <a:pt x="3041939" y="484860"/>
                </a:cubicBezTo>
                <a:cubicBezTo>
                  <a:pt x="3020022" y="705895"/>
                  <a:pt x="3040722" y="759386"/>
                  <a:pt x="3041939" y="948639"/>
                </a:cubicBezTo>
                <a:cubicBezTo>
                  <a:pt x="3043156" y="1137892"/>
                  <a:pt x="3044564" y="1238664"/>
                  <a:pt x="3041939" y="1454580"/>
                </a:cubicBezTo>
                <a:cubicBezTo>
                  <a:pt x="3039314" y="1670496"/>
                  <a:pt x="3063134" y="1783817"/>
                  <a:pt x="3041939" y="2108087"/>
                </a:cubicBezTo>
                <a:cubicBezTo>
                  <a:pt x="2883459" y="2086262"/>
                  <a:pt x="2719896" y="2102325"/>
                  <a:pt x="2433551" y="2108087"/>
                </a:cubicBezTo>
                <a:cubicBezTo>
                  <a:pt x="2147206" y="2113849"/>
                  <a:pt x="2055251" y="2091346"/>
                  <a:pt x="1916422" y="2108087"/>
                </a:cubicBezTo>
                <a:cubicBezTo>
                  <a:pt x="1777593" y="2124828"/>
                  <a:pt x="1567690" y="2111757"/>
                  <a:pt x="1399292" y="2108087"/>
                </a:cubicBezTo>
                <a:cubicBezTo>
                  <a:pt x="1230894" y="2104418"/>
                  <a:pt x="1075417" y="2131290"/>
                  <a:pt x="821324" y="2108087"/>
                </a:cubicBezTo>
                <a:cubicBezTo>
                  <a:pt x="567231" y="2084884"/>
                  <a:pt x="202760" y="2108768"/>
                  <a:pt x="0" y="2108087"/>
                </a:cubicBezTo>
                <a:cubicBezTo>
                  <a:pt x="14561" y="1903162"/>
                  <a:pt x="-25184" y="1823079"/>
                  <a:pt x="0" y="1559984"/>
                </a:cubicBezTo>
                <a:cubicBezTo>
                  <a:pt x="25184" y="1296889"/>
                  <a:pt x="-25838" y="1256697"/>
                  <a:pt x="0" y="1011882"/>
                </a:cubicBezTo>
                <a:cubicBezTo>
                  <a:pt x="25838" y="767067"/>
                  <a:pt x="-41767" y="258519"/>
                  <a:pt x="0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3798046833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 dirty="0"/>
          </a:p>
        </p:txBody>
      </p:sp>
      <p:sp>
        <p:nvSpPr>
          <p:cNvPr id="268" name="Rectangle 267">
            <a:extLst>
              <a:ext uri="{FF2B5EF4-FFF2-40B4-BE49-F238E27FC236}">
                <a16:creationId xmlns:a16="http://schemas.microsoft.com/office/drawing/2014/main" id="{F776D523-2852-0EE7-ED8D-CD4E3AE83BE8}"/>
              </a:ext>
            </a:extLst>
          </p:cNvPr>
          <p:cNvSpPr/>
          <p:nvPr/>
        </p:nvSpPr>
        <p:spPr>
          <a:xfrm>
            <a:off x="8938242" y="4319139"/>
            <a:ext cx="1280916" cy="746730"/>
          </a:xfrm>
          <a:custGeom>
            <a:avLst/>
            <a:gdLst>
              <a:gd name="connsiteX0" fmla="*/ 0 w 1280916"/>
              <a:gd name="connsiteY0" fmla="*/ 0 h 746730"/>
              <a:gd name="connsiteX1" fmla="*/ 388545 w 1280916"/>
              <a:gd name="connsiteY1" fmla="*/ 0 h 746730"/>
              <a:gd name="connsiteX2" fmla="*/ 841135 w 1280916"/>
              <a:gd name="connsiteY2" fmla="*/ 0 h 746730"/>
              <a:gd name="connsiteX3" fmla="*/ 1280916 w 1280916"/>
              <a:gd name="connsiteY3" fmla="*/ 0 h 746730"/>
              <a:gd name="connsiteX4" fmla="*/ 1280916 w 1280916"/>
              <a:gd name="connsiteY4" fmla="*/ 358430 h 746730"/>
              <a:gd name="connsiteX5" fmla="*/ 1280916 w 1280916"/>
              <a:gd name="connsiteY5" fmla="*/ 746730 h 746730"/>
              <a:gd name="connsiteX6" fmla="*/ 853944 w 1280916"/>
              <a:gd name="connsiteY6" fmla="*/ 746730 h 746730"/>
              <a:gd name="connsiteX7" fmla="*/ 401354 w 1280916"/>
              <a:gd name="connsiteY7" fmla="*/ 746730 h 746730"/>
              <a:gd name="connsiteX8" fmla="*/ 0 w 1280916"/>
              <a:gd name="connsiteY8" fmla="*/ 746730 h 746730"/>
              <a:gd name="connsiteX9" fmla="*/ 0 w 1280916"/>
              <a:gd name="connsiteY9" fmla="*/ 388300 h 746730"/>
              <a:gd name="connsiteX10" fmla="*/ 0 w 1280916"/>
              <a:gd name="connsiteY10" fmla="*/ 0 h 7467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80916" h="746730" fill="none" extrusionOk="0">
                <a:moveTo>
                  <a:pt x="0" y="0"/>
                </a:moveTo>
                <a:cubicBezTo>
                  <a:pt x="183134" y="-28792"/>
                  <a:pt x="220613" y="19133"/>
                  <a:pt x="388545" y="0"/>
                </a:cubicBezTo>
                <a:cubicBezTo>
                  <a:pt x="556478" y="-19133"/>
                  <a:pt x="662777" y="43471"/>
                  <a:pt x="841135" y="0"/>
                </a:cubicBezTo>
                <a:cubicBezTo>
                  <a:pt x="1019493" y="-43471"/>
                  <a:pt x="1178773" y="32755"/>
                  <a:pt x="1280916" y="0"/>
                </a:cubicBezTo>
                <a:cubicBezTo>
                  <a:pt x="1322496" y="117170"/>
                  <a:pt x="1258611" y="271169"/>
                  <a:pt x="1280916" y="358430"/>
                </a:cubicBezTo>
                <a:cubicBezTo>
                  <a:pt x="1303221" y="445691"/>
                  <a:pt x="1278336" y="570398"/>
                  <a:pt x="1280916" y="746730"/>
                </a:cubicBezTo>
                <a:cubicBezTo>
                  <a:pt x="1131531" y="766550"/>
                  <a:pt x="1006179" y="724288"/>
                  <a:pt x="853944" y="746730"/>
                </a:cubicBezTo>
                <a:cubicBezTo>
                  <a:pt x="701709" y="769172"/>
                  <a:pt x="502920" y="712643"/>
                  <a:pt x="401354" y="746730"/>
                </a:cubicBezTo>
                <a:cubicBezTo>
                  <a:pt x="299788" y="780817"/>
                  <a:pt x="82778" y="730934"/>
                  <a:pt x="0" y="746730"/>
                </a:cubicBezTo>
                <a:cubicBezTo>
                  <a:pt x="-34807" y="579112"/>
                  <a:pt x="39815" y="502075"/>
                  <a:pt x="0" y="388300"/>
                </a:cubicBezTo>
                <a:cubicBezTo>
                  <a:pt x="-39815" y="274525"/>
                  <a:pt x="22908" y="154520"/>
                  <a:pt x="0" y="0"/>
                </a:cubicBezTo>
                <a:close/>
              </a:path>
              <a:path w="1280916" h="746730" stroke="0" extrusionOk="0">
                <a:moveTo>
                  <a:pt x="0" y="0"/>
                </a:moveTo>
                <a:cubicBezTo>
                  <a:pt x="168807" y="-2456"/>
                  <a:pt x="272679" y="39956"/>
                  <a:pt x="388545" y="0"/>
                </a:cubicBezTo>
                <a:cubicBezTo>
                  <a:pt x="504412" y="-39956"/>
                  <a:pt x="637930" y="36087"/>
                  <a:pt x="802707" y="0"/>
                </a:cubicBezTo>
                <a:cubicBezTo>
                  <a:pt x="967484" y="-36087"/>
                  <a:pt x="1129616" y="47431"/>
                  <a:pt x="1280916" y="0"/>
                </a:cubicBezTo>
                <a:cubicBezTo>
                  <a:pt x="1306484" y="154476"/>
                  <a:pt x="1277245" y="221586"/>
                  <a:pt x="1280916" y="380832"/>
                </a:cubicBezTo>
                <a:cubicBezTo>
                  <a:pt x="1284587" y="540078"/>
                  <a:pt x="1265165" y="658640"/>
                  <a:pt x="1280916" y="746730"/>
                </a:cubicBezTo>
                <a:cubicBezTo>
                  <a:pt x="1109706" y="787107"/>
                  <a:pt x="1064834" y="717906"/>
                  <a:pt x="879562" y="746730"/>
                </a:cubicBezTo>
                <a:cubicBezTo>
                  <a:pt x="694290" y="775554"/>
                  <a:pt x="663493" y="722268"/>
                  <a:pt x="465399" y="746730"/>
                </a:cubicBezTo>
                <a:cubicBezTo>
                  <a:pt x="267305" y="771192"/>
                  <a:pt x="114078" y="692901"/>
                  <a:pt x="0" y="746730"/>
                </a:cubicBezTo>
                <a:cubicBezTo>
                  <a:pt x="-7781" y="587695"/>
                  <a:pt x="27030" y="538110"/>
                  <a:pt x="0" y="388300"/>
                </a:cubicBezTo>
                <a:cubicBezTo>
                  <a:pt x="-27030" y="238490"/>
                  <a:pt x="23398" y="163758"/>
                  <a:pt x="0" y="0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extLst>
              <a:ext uri="{C807C97D-BFC1-408E-A445-0C87EB9F89A2}">
                <ask:lineSketchStyleProps xmlns:ask="http://schemas.microsoft.com/office/drawing/2018/sketchyshapes" sd="1928154157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 dirty="0"/>
          </a:p>
        </p:txBody>
      </p:sp>
      <p:sp>
        <p:nvSpPr>
          <p:cNvPr id="269" name="TextBox 268">
            <a:extLst>
              <a:ext uri="{FF2B5EF4-FFF2-40B4-BE49-F238E27FC236}">
                <a16:creationId xmlns:a16="http://schemas.microsoft.com/office/drawing/2014/main" id="{328E3701-3475-ABB8-25E5-1FC7CAD0A34F}"/>
              </a:ext>
            </a:extLst>
          </p:cNvPr>
          <p:cNvSpPr txBox="1"/>
          <p:nvPr/>
        </p:nvSpPr>
        <p:spPr>
          <a:xfrm>
            <a:off x="8938242" y="4369338"/>
            <a:ext cx="12809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0070C0"/>
                </a:solidFill>
              </a:rPr>
              <a:t>80% Data: training</a:t>
            </a:r>
            <a:endParaRPr lang="en-DE" dirty="0">
              <a:solidFill>
                <a:srgbClr val="0070C0"/>
              </a:solidFill>
            </a:endParaRPr>
          </a:p>
        </p:txBody>
      </p:sp>
      <p:sp>
        <p:nvSpPr>
          <p:cNvPr id="270" name="Rectangle 269">
            <a:extLst>
              <a:ext uri="{FF2B5EF4-FFF2-40B4-BE49-F238E27FC236}">
                <a16:creationId xmlns:a16="http://schemas.microsoft.com/office/drawing/2014/main" id="{EAD03287-0A66-DC56-8EBC-8F0DEDB53E98}"/>
              </a:ext>
            </a:extLst>
          </p:cNvPr>
          <p:cNvSpPr/>
          <p:nvPr/>
        </p:nvSpPr>
        <p:spPr>
          <a:xfrm>
            <a:off x="7549258" y="4302482"/>
            <a:ext cx="1280916" cy="746730"/>
          </a:xfrm>
          <a:custGeom>
            <a:avLst/>
            <a:gdLst>
              <a:gd name="connsiteX0" fmla="*/ 0 w 1280916"/>
              <a:gd name="connsiteY0" fmla="*/ 0 h 746730"/>
              <a:gd name="connsiteX1" fmla="*/ 388545 w 1280916"/>
              <a:gd name="connsiteY1" fmla="*/ 0 h 746730"/>
              <a:gd name="connsiteX2" fmla="*/ 841135 w 1280916"/>
              <a:gd name="connsiteY2" fmla="*/ 0 h 746730"/>
              <a:gd name="connsiteX3" fmla="*/ 1280916 w 1280916"/>
              <a:gd name="connsiteY3" fmla="*/ 0 h 746730"/>
              <a:gd name="connsiteX4" fmla="*/ 1280916 w 1280916"/>
              <a:gd name="connsiteY4" fmla="*/ 358430 h 746730"/>
              <a:gd name="connsiteX5" fmla="*/ 1280916 w 1280916"/>
              <a:gd name="connsiteY5" fmla="*/ 746730 h 746730"/>
              <a:gd name="connsiteX6" fmla="*/ 853944 w 1280916"/>
              <a:gd name="connsiteY6" fmla="*/ 746730 h 746730"/>
              <a:gd name="connsiteX7" fmla="*/ 401354 w 1280916"/>
              <a:gd name="connsiteY7" fmla="*/ 746730 h 746730"/>
              <a:gd name="connsiteX8" fmla="*/ 0 w 1280916"/>
              <a:gd name="connsiteY8" fmla="*/ 746730 h 746730"/>
              <a:gd name="connsiteX9" fmla="*/ 0 w 1280916"/>
              <a:gd name="connsiteY9" fmla="*/ 388300 h 746730"/>
              <a:gd name="connsiteX10" fmla="*/ 0 w 1280916"/>
              <a:gd name="connsiteY10" fmla="*/ 0 h 7467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80916" h="746730" fill="none" extrusionOk="0">
                <a:moveTo>
                  <a:pt x="0" y="0"/>
                </a:moveTo>
                <a:cubicBezTo>
                  <a:pt x="183134" y="-28792"/>
                  <a:pt x="220613" y="19133"/>
                  <a:pt x="388545" y="0"/>
                </a:cubicBezTo>
                <a:cubicBezTo>
                  <a:pt x="556478" y="-19133"/>
                  <a:pt x="662777" y="43471"/>
                  <a:pt x="841135" y="0"/>
                </a:cubicBezTo>
                <a:cubicBezTo>
                  <a:pt x="1019493" y="-43471"/>
                  <a:pt x="1178773" y="32755"/>
                  <a:pt x="1280916" y="0"/>
                </a:cubicBezTo>
                <a:cubicBezTo>
                  <a:pt x="1322496" y="117170"/>
                  <a:pt x="1258611" y="271169"/>
                  <a:pt x="1280916" y="358430"/>
                </a:cubicBezTo>
                <a:cubicBezTo>
                  <a:pt x="1303221" y="445691"/>
                  <a:pt x="1278336" y="570398"/>
                  <a:pt x="1280916" y="746730"/>
                </a:cubicBezTo>
                <a:cubicBezTo>
                  <a:pt x="1131531" y="766550"/>
                  <a:pt x="1006179" y="724288"/>
                  <a:pt x="853944" y="746730"/>
                </a:cubicBezTo>
                <a:cubicBezTo>
                  <a:pt x="701709" y="769172"/>
                  <a:pt x="502920" y="712643"/>
                  <a:pt x="401354" y="746730"/>
                </a:cubicBezTo>
                <a:cubicBezTo>
                  <a:pt x="299788" y="780817"/>
                  <a:pt x="82778" y="730934"/>
                  <a:pt x="0" y="746730"/>
                </a:cubicBezTo>
                <a:cubicBezTo>
                  <a:pt x="-34807" y="579112"/>
                  <a:pt x="39815" y="502075"/>
                  <a:pt x="0" y="388300"/>
                </a:cubicBezTo>
                <a:cubicBezTo>
                  <a:pt x="-39815" y="274525"/>
                  <a:pt x="22908" y="154520"/>
                  <a:pt x="0" y="0"/>
                </a:cubicBezTo>
                <a:close/>
              </a:path>
              <a:path w="1280916" h="746730" stroke="0" extrusionOk="0">
                <a:moveTo>
                  <a:pt x="0" y="0"/>
                </a:moveTo>
                <a:cubicBezTo>
                  <a:pt x="168807" y="-2456"/>
                  <a:pt x="272679" y="39956"/>
                  <a:pt x="388545" y="0"/>
                </a:cubicBezTo>
                <a:cubicBezTo>
                  <a:pt x="504412" y="-39956"/>
                  <a:pt x="637930" y="36087"/>
                  <a:pt x="802707" y="0"/>
                </a:cubicBezTo>
                <a:cubicBezTo>
                  <a:pt x="967484" y="-36087"/>
                  <a:pt x="1129616" y="47431"/>
                  <a:pt x="1280916" y="0"/>
                </a:cubicBezTo>
                <a:cubicBezTo>
                  <a:pt x="1306484" y="154476"/>
                  <a:pt x="1277245" y="221586"/>
                  <a:pt x="1280916" y="380832"/>
                </a:cubicBezTo>
                <a:cubicBezTo>
                  <a:pt x="1284587" y="540078"/>
                  <a:pt x="1265165" y="658640"/>
                  <a:pt x="1280916" y="746730"/>
                </a:cubicBezTo>
                <a:cubicBezTo>
                  <a:pt x="1109706" y="787107"/>
                  <a:pt x="1064834" y="717906"/>
                  <a:pt x="879562" y="746730"/>
                </a:cubicBezTo>
                <a:cubicBezTo>
                  <a:pt x="694290" y="775554"/>
                  <a:pt x="663493" y="722268"/>
                  <a:pt x="465399" y="746730"/>
                </a:cubicBezTo>
                <a:cubicBezTo>
                  <a:pt x="267305" y="771192"/>
                  <a:pt x="114078" y="692901"/>
                  <a:pt x="0" y="746730"/>
                </a:cubicBezTo>
                <a:cubicBezTo>
                  <a:pt x="-7781" y="587695"/>
                  <a:pt x="27030" y="538110"/>
                  <a:pt x="0" y="388300"/>
                </a:cubicBezTo>
                <a:cubicBezTo>
                  <a:pt x="-27030" y="238490"/>
                  <a:pt x="23398" y="163758"/>
                  <a:pt x="0" y="0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extLst>
              <a:ext uri="{C807C97D-BFC1-408E-A445-0C87EB9F89A2}">
                <ask:lineSketchStyleProps xmlns:ask="http://schemas.microsoft.com/office/drawing/2018/sketchyshapes" sd="1928154157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 dirty="0"/>
          </a:p>
        </p:txBody>
      </p:sp>
      <p:sp>
        <p:nvSpPr>
          <p:cNvPr id="271" name="TextBox 270">
            <a:extLst>
              <a:ext uri="{FF2B5EF4-FFF2-40B4-BE49-F238E27FC236}">
                <a16:creationId xmlns:a16="http://schemas.microsoft.com/office/drawing/2014/main" id="{4369F19D-65CE-B005-40B2-5957DABC2108}"/>
              </a:ext>
            </a:extLst>
          </p:cNvPr>
          <p:cNvSpPr txBox="1"/>
          <p:nvPr/>
        </p:nvSpPr>
        <p:spPr>
          <a:xfrm>
            <a:off x="7549258" y="4352681"/>
            <a:ext cx="12809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0070C0"/>
                </a:solidFill>
              </a:rPr>
              <a:t>20% Data: validation</a:t>
            </a:r>
            <a:endParaRPr lang="en-DE" dirty="0">
              <a:solidFill>
                <a:srgbClr val="0070C0"/>
              </a:solidFill>
            </a:endParaRPr>
          </a:p>
        </p:txBody>
      </p:sp>
      <p:sp>
        <p:nvSpPr>
          <p:cNvPr id="272" name="Cube 271">
            <a:extLst>
              <a:ext uri="{FF2B5EF4-FFF2-40B4-BE49-F238E27FC236}">
                <a16:creationId xmlns:a16="http://schemas.microsoft.com/office/drawing/2014/main" id="{4751E4BE-E1C0-D4E6-22B6-C0A900A456B2}"/>
              </a:ext>
            </a:extLst>
          </p:cNvPr>
          <p:cNvSpPr/>
          <p:nvPr/>
        </p:nvSpPr>
        <p:spPr>
          <a:xfrm>
            <a:off x="8694089" y="5253495"/>
            <a:ext cx="541020" cy="495300"/>
          </a:xfrm>
          <a:prstGeom prst="cub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cxnSp>
        <p:nvCxnSpPr>
          <p:cNvPr id="273" name="Connector: Curved 272">
            <a:extLst>
              <a:ext uri="{FF2B5EF4-FFF2-40B4-BE49-F238E27FC236}">
                <a16:creationId xmlns:a16="http://schemas.microsoft.com/office/drawing/2014/main" id="{AC0BF55C-C830-4FA7-8EC4-82ED373A6566}"/>
              </a:ext>
            </a:extLst>
          </p:cNvPr>
          <p:cNvCxnSpPr>
            <a:cxnSpLocks/>
            <a:stCxn id="268" idx="2"/>
            <a:endCxn id="272" idx="5"/>
          </p:cNvCxnSpPr>
          <p:nvPr/>
        </p:nvCxnSpPr>
        <p:spPr>
          <a:xfrm rot="5400000">
            <a:off x="9220223" y="5080756"/>
            <a:ext cx="373364" cy="343591"/>
          </a:xfrm>
          <a:prstGeom prst="curved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4" name="Connector: Curved 273">
            <a:extLst>
              <a:ext uri="{FF2B5EF4-FFF2-40B4-BE49-F238E27FC236}">
                <a16:creationId xmlns:a16="http://schemas.microsoft.com/office/drawing/2014/main" id="{4EFF4944-DDC9-225B-A3C0-292F24C2E92C}"/>
              </a:ext>
            </a:extLst>
          </p:cNvPr>
          <p:cNvCxnSpPr>
            <a:cxnSpLocks/>
            <a:stCxn id="272" idx="2"/>
            <a:endCxn id="270" idx="2"/>
          </p:cNvCxnSpPr>
          <p:nvPr/>
        </p:nvCxnSpPr>
        <p:spPr>
          <a:xfrm rot="10800000">
            <a:off x="8189717" y="5049212"/>
            <a:ext cx="504373" cy="513846"/>
          </a:xfrm>
          <a:prstGeom prst="curved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5" name="TextBox 274">
            <a:extLst>
              <a:ext uri="{FF2B5EF4-FFF2-40B4-BE49-F238E27FC236}">
                <a16:creationId xmlns:a16="http://schemas.microsoft.com/office/drawing/2014/main" id="{D70DFB6C-8640-E12C-0C28-98D3A9E597D1}"/>
              </a:ext>
            </a:extLst>
          </p:cNvPr>
          <p:cNvSpPr txBox="1"/>
          <p:nvPr/>
        </p:nvSpPr>
        <p:spPr>
          <a:xfrm>
            <a:off x="9340935" y="5215198"/>
            <a:ext cx="844731" cy="646331"/>
          </a:xfrm>
          <a:prstGeom prst="rect">
            <a:avLst/>
          </a:prstGeom>
          <a:solidFill>
            <a:srgbClr val="F2F2F2">
              <a:alpha val="80000"/>
            </a:srgbClr>
          </a:solidFill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156082"/>
                </a:solidFill>
              </a:rPr>
              <a:t>ML-Model</a:t>
            </a:r>
            <a:endParaRPr lang="en-DE" dirty="0">
              <a:solidFill>
                <a:srgbClr val="156082"/>
              </a:solidFill>
            </a:endParaRPr>
          </a:p>
        </p:txBody>
      </p:sp>
      <p:cxnSp>
        <p:nvCxnSpPr>
          <p:cNvPr id="276" name="Connector: Curved 275">
            <a:extLst>
              <a:ext uri="{FF2B5EF4-FFF2-40B4-BE49-F238E27FC236}">
                <a16:creationId xmlns:a16="http://schemas.microsoft.com/office/drawing/2014/main" id="{8D7A8CFE-0B23-C153-B2A8-6410412AE52C}"/>
              </a:ext>
            </a:extLst>
          </p:cNvPr>
          <p:cNvCxnSpPr>
            <a:cxnSpLocks/>
            <a:stCxn id="266" idx="2"/>
            <a:endCxn id="268" idx="0"/>
          </p:cNvCxnSpPr>
          <p:nvPr/>
        </p:nvCxnSpPr>
        <p:spPr>
          <a:xfrm rot="16200000" flipH="1">
            <a:off x="8660847" y="3401286"/>
            <a:ext cx="252890" cy="1582816"/>
          </a:xfrm>
          <a:prstGeom prst="curvedConnector3">
            <a:avLst>
              <a:gd name="adj1" fmla="val 50000"/>
            </a:avLst>
          </a:prstGeom>
          <a:ln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7" name="Connector: Curved 276">
            <a:extLst>
              <a:ext uri="{FF2B5EF4-FFF2-40B4-BE49-F238E27FC236}">
                <a16:creationId xmlns:a16="http://schemas.microsoft.com/office/drawing/2014/main" id="{942E2750-968D-4CAA-50A4-A6327F482C41}"/>
              </a:ext>
            </a:extLst>
          </p:cNvPr>
          <p:cNvCxnSpPr>
            <a:cxnSpLocks/>
            <a:stCxn id="266" idx="2"/>
            <a:endCxn id="271" idx="0"/>
          </p:cNvCxnSpPr>
          <p:nvPr/>
        </p:nvCxnSpPr>
        <p:spPr>
          <a:xfrm rot="16200000" flipH="1">
            <a:off x="7949584" y="4112549"/>
            <a:ext cx="286432" cy="193832"/>
          </a:xfrm>
          <a:prstGeom prst="curvedConnector3">
            <a:avLst>
              <a:gd name="adj1" fmla="val 50000"/>
            </a:avLst>
          </a:prstGeom>
          <a:ln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4" name="Picture 53" descr="A house and tree on a black background&#10;&#10;Description automatically generated">
            <a:extLst>
              <a:ext uri="{FF2B5EF4-FFF2-40B4-BE49-F238E27FC236}">
                <a16:creationId xmlns:a16="http://schemas.microsoft.com/office/drawing/2014/main" id="{A557FC9D-41FF-D3EB-37B9-070CDB423387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36930" y="3356436"/>
            <a:ext cx="641079" cy="641079"/>
          </a:xfrm>
          <a:prstGeom prst="rect">
            <a:avLst/>
          </a:prstGeom>
        </p:spPr>
      </p:pic>
      <p:pic>
        <p:nvPicPr>
          <p:cNvPr id="58" name="Picture 57" descr="A building with a cross on top&#10;&#10;Description automatically generated">
            <a:extLst>
              <a:ext uri="{FF2B5EF4-FFF2-40B4-BE49-F238E27FC236}">
                <a16:creationId xmlns:a16="http://schemas.microsoft.com/office/drawing/2014/main" id="{2C758CA5-A21F-D052-5DE6-0AE1FCCB0D5C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45785" y="3322962"/>
            <a:ext cx="593204" cy="593204"/>
          </a:xfrm>
          <a:prstGeom prst="rect">
            <a:avLst/>
          </a:prstGeom>
        </p:spPr>
      </p:pic>
      <p:sp>
        <p:nvSpPr>
          <p:cNvPr id="283" name="Cube 282">
            <a:extLst>
              <a:ext uri="{FF2B5EF4-FFF2-40B4-BE49-F238E27FC236}">
                <a16:creationId xmlns:a16="http://schemas.microsoft.com/office/drawing/2014/main" id="{86D928DC-8F52-2B6C-4714-3164B513745C}"/>
              </a:ext>
            </a:extLst>
          </p:cNvPr>
          <p:cNvSpPr/>
          <p:nvPr/>
        </p:nvSpPr>
        <p:spPr>
          <a:xfrm>
            <a:off x="10505981" y="2032898"/>
            <a:ext cx="541020" cy="495300"/>
          </a:xfrm>
          <a:prstGeom prst="cub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284" name="TextBox 283">
            <a:extLst>
              <a:ext uri="{FF2B5EF4-FFF2-40B4-BE49-F238E27FC236}">
                <a16:creationId xmlns:a16="http://schemas.microsoft.com/office/drawing/2014/main" id="{ACE94173-DD7A-9A9E-26F6-B1CD9B969A19}"/>
              </a:ext>
            </a:extLst>
          </p:cNvPr>
          <p:cNvSpPr txBox="1"/>
          <p:nvPr/>
        </p:nvSpPr>
        <p:spPr>
          <a:xfrm>
            <a:off x="10149622" y="1366893"/>
            <a:ext cx="12537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solidFill>
                  <a:srgbClr val="156082"/>
                </a:solidFill>
              </a:rPr>
              <a:t>Final </a:t>
            </a:r>
            <a:br>
              <a:rPr lang="en-GB" dirty="0">
                <a:solidFill>
                  <a:srgbClr val="156082"/>
                </a:solidFill>
              </a:rPr>
            </a:br>
            <a:r>
              <a:rPr lang="en-GB" dirty="0">
                <a:solidFill>
                  <a:srgbClr val="156082"/>
                </a:solidFill>
              </a:rPr>
              <a:t>ML-Model</a:t>
            </a:r>
            <a:endParaRPr lang="en-DE" dirty="0">
              <a:solidFill>
                <a:srgbClr val="156082"/>
              </a:solidFill>
            </a:endParaRPr>
          </a:p>
        </p:txBody>
      </p:sp>
      <p:cxnSp>
        <p:nvCxnSpPr>
          <p:cNvPr id="286" name="Connector: Curved 285">
            <a:extLst>
              <a:ext uri="{FF2B5EF4-FFF2-40B4-BE49-F238E27FC236}">
                <a16:creationId xmlns:a16="http://schemas.microsoft.com/office/drawing/2014/main" id="{93ED6B2C-480F-D591-8587-B06DDCC4985A}"/>
              </a:ext>
            </a:extLst>
          </p:cNvPr>
          <p:cNvCxnSpPr>
            <a:stCxn id="283" idx="2"/>
            <a:endCxn id="8" idx="3"/>
          </p:cNvCxnSpPr>
          <p:nvPr/>
        </p:nvCxnSpPr>
        <p:spPr>
          <a:xfrm rot="10800000" flipV="1">
            <a:off x="8432391" y="2342460"/>
            <a:ext cx="2073591" cy="1071"/>
          </a:xfrm>
          <a:prstGeom prst="curvedConnector3">
            <a:avLst/>
          </a:prstGeom>
          <a:ln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7" name="TextBox 286">
            <a:extLst>
              <a:ext uri="{FF2B5EF4-FFF2-40B4-BE49-F238E27FC236}">
                <a16:creationId xmlns:a16="http://schemas.microsoft.com/office/drawing/2014/main" id="{DBA8CFB6-D831-2AC8-BF72-E6FCDB25315E}"/>
              </a:ext>
            </a:extLst>
          </p:cNvPr>
          <p:cNvSpPr txBox="1"/>
          <p:nvPr/>
        </p:nvSpPr>
        <p:spPr>
          <a:xfrm>
            <a:off x="8500559" y="1974199"/>
            <a:ext cx="19206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156082"/>
                </a:solidFill>
              </a:rPr>
              <a:t>Test performance</a:t>
            </a:r>
            <a:endParaRPr lang="en-DE" dirty="0">
              <a:solidFill>
                <a:srgbClr val="156082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95028C9-91A1-7C89-C01E-E8EA6AC9B1C3}"/>
              </a:ext>
            </a:extLst>
          </p:cNvPr>
          <p:cNvSpPr/>
          <p:nvPr/>
        </p:nvSpPr>
        <p:spPr>
          <a:xfrm>
            <a:off x="1189384" y="3343469"/>
            <a:ext cx="885824" cy="746730"/>
          </a:xfrm>
          <a:custGeom>
            <a:avLst/>
            <a:gdLst>
              <a:gd name="connsiteX0" fmla="*/ 0 w 885824"/>
              <a:gd name="connsiteY0" fmla="*/ 0 h 746730"/>
              <a:gd name="connsiteX1" fmla="*/ 460628 w 885824"/>
              <a:gd name="connsiteY1" fmla="*/ 0 h 746730"/>
              <a:gd name="connsiteX2" fmla="*/ 885824 w 885824"/>
              <a:gd name="connsiteY2" fmla="*/ 0 h 746730"/>
              <a:gd name="connsiteX3" fmla="*/ 885824 w 885824"/>
              <a:gd name="connsiteY3" fmla="*/ 373365 h 746730"/>
              <a:gd name="connsiteX4" fmla="*/ 885824 w 885824"/>
              <a:gd name="connsiteY4" fmla="*/ 746730 h 746730"/>
              <a:gd name="connsiteX5" fmla="*/ 460628 w 885824"/>
              <a:gd name="connsiteY5" fmla="*/ 746730 h 746730"/>
              <a:gd name="connsiteX6" fmla="*/ 0 w 885824"/>
              <a:gd name="connsiteY6" fmla="*/ 746730 h 746730"/>
              <a:gd name="connsiteX7" fmla="*/ 0 w 885824"/>
              <a:gd name="connsiteY7" fmla="*/ 395767 h 746730"/>
              <a:gd name="connsiteX8" fmla="*/ 0 w 885824"/>
              <a:gd name="connsiteY8" fmla="*/ 0 h 7467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85824" h="746730" fill="none" extrusionOk="0">
                <a:moveTo>
                  <a:pt x="0" y="0"/>
                </a:moveTo>
                <a:cubicBezTo>
                  <a:pt x="168085" y="-42253"/>
                  <a:pt x="249990" y="39514"/>
                  <a:pt x="460628" y="0"/>
                </a:cubicBezTo>
                <a:cubicBezTo>
                  <a:pt x="671266" y="-39514"/>
                  <a:pt x="677362" y="7846"/>
                  <a:pt x="885824" y="0"/>
                </a:cubicBezTo>
                <a:cubicBezTo>
                  <a:pt x="900545" y="81763"/>
                  <a:pt x="841552" y="202819"/>
                  <a:pt x="885824" y="373365"/>
                </a:cubicBezTo>
                <a:cubicBezTo>
                  <a:pt x="930096" y="543911"/>
                  <a:pt x="862275" y="671061"/>
                  <a:pt x="885824" y="746730"/>
                </a:cubicBezTo>
                <a:cubicBezTo>
                  <a:pt x="745529" y="768794"/>
                  <a:pt x="608292" y="744775"/>
                  <a:pt x="460628" y="746730"/>
                </a:cubicBezTo>
                <a:cubicBezTo>
                  <a:pt x="312964" y="748685"/>
                  <a:pt x="166811" y="718027"/>
                  <a:pt x="0" y="746730"/>
                </a:cubicBezTo>
                <a:cubicBezTo>
                  <a:pt x="-36091" y="667029"/>
                  <a:pt x="18972" y="536343"/>
                  <a:pt x="0" y="395767"/>
                </a:cubicBezTo>
                <a:cubicBezTo>
                  <a:pt x="-18972" y="255191"/>
                  <a:pt x="14008" y="191470"/>
                  <a:pt x="0" y="0"/>
                </a:cubicBezTo>
                <a:close/>
              </a:path>
              <a:path w="885824" h="746730" stroke="0" extrusionOk="0">
                <a:moveTo>
                  <a:pt x="0" y="0"/>
                </a:moveTo>
                <a:cubicBezTo>
                  <a:pt x="125706" y="-29187"/>
                  <a:pt x="310446" y="4054"/>
                  <a:pt x="416337" y="0"/>
                </a:cubicBezTo>
                <a:cubicBezTo>
                  <a:pt x="522228" y="-4054"/>
                  <a:pt x="701959" y="50319"/>
                  <a:pt x="885824" y="0"/>
                </a:cubicBezTo>
                <a:cubicBezTo>
                  <a:pt x="890062" y="143077"/>
                  <a:pt x="874592" y="251765"/>
                  <a:pt x="885824" y="373365"/>
                </a:cubicBezTo>
                <a:cubicBezTo>
                  <a:pt x="897056" y="494966"/>
                  <a:pt x="868375" y="621332"/>
                  <a:pt x="885824" y="746730"/>
                </a:cubicBezTo>
                <a:cubicBezTo>
                  <a:pt x="709633" y="783547"/>
                  <a:pt x="669551" y="711165"/>
                  <a:pt x="460628" y="746730"/>
                </a:cubicBezTo>
                <a:cubicBezTo>
                  <a:pt x="251705" y="782295"/>
                  <a:pt x="156991" y="718856"/>
                  <a:pt x="0" y="746730"/>
                </a:cubicBezTo>
                <a:cubicBezTo>
                  <a:pt x="-31464" y="620880"/>
                  <a:pt x="8222" y="548883"/>
                  <a:pt x="0" y="380832"/>
                </a:cubicBezTo>
                <a:cubicBezTo>
                  <a:pt x="-8222" y="212781"/>
                  <a:pt x="42045" y="164636"/>
                  <a:pt x="0" y="0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extLst>
              <a:ext uri="{C807C97D-BFC1-408E-A445-0C87EB9F89A2}">
                <ask:lineSketchStyleProps xmlns:ask="http://schemas.microsoft.com/office/drawing/2018/sketchyshapes" sd="1928154157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70709B0-6574-768D-229B-DEA584B750CC}"/>
              </a:ext>
            </a:extLst>
          </p:cNvPr>
          <p:cNvSpPr txBox="1"/>
          <p:nvPr/>
        </p:nvSpPr>
        <p:spPr>
          <a:xfrm>
            <a:off x="1279391" y="3456010"/>
            <a:ext cx="7058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0070C0"/>
                </a:solidFill>
              </a:rPr>
              <a:t>1/3 data</a:t>
            </a:r>
            <a:endParaRPr lang="en-DE" dirty="0">
              <a:solidFill>
                <a:srgbClr val="0070C0"/>
              </a:solidFill>
            </a:endParaRPr>
          </a:p>
        </p:txBody>
      </p:sp>
      <p:sp>
        <p:nvSpPr>
          <p:cNvPr id="252" name="Rectangle 251">
            <a:extLst>
              <a:ext uri="{FF2B5EF4-FFF2-40B4-BE49-F238E27FC236}">
                <a16:creationId xmlns:a16="http://schemas.microsoft.com/office/drawing/2014/main" id="{38A798FB-3E74-F176-2587-215B1973F881}"/>
              </a:ext>
            </a:extLst>
          </p:cNvPr>
          <p:cNvSpPr/>
          <p:nvPr/>
        </p:nvSpPr>
        <p:spPr>
          <a:xfrm>
            <a:off x="4371984" y="3343469"/>
            <a:ext cx="885824" cy="746730"/>
          </a:xfrm>
          <a:custGeom>
            <a:avLst/>
            <a:gdLst>
              <a:gd name="connsiteX0" fmla="*/ 0 w 885824"/>
              <a:gd name="connsiteY0" fmla="*/ 0 h 746730"/>
              <a:gd name="connsiteX1" fmla="*/ 460628 w 885824"/>
              <a:gd name="connsiteY1" fmla="*/ 0 h 746730"/>
              <a:gd name="connsiteX2" fmla="*/ 885824 w 885824"/>
              <a:gd name="connsiteY2" fmla="*/ 0 h 746730"/>
              <a:gd name="connsiteX3" fmla="*/ 885824 w 885824"/>
              <a:gd name="connsiteY3" fmla="*/ 373365 h 746730"/>
              <a:gd name="connsiteX4" fmla="*/ 885824 w 885824"/>
              <a:gd name="connsiteY4" fmla="*/ 746730 h 746730"/>
              <a:gd name="connsiteX5" fmla="*/ 460628 w 885824"/>
              <a:gd name="connsiteY5" fmla="*/ 746730 h 746730"/>
              <a:gd name="connsiteX6" fmla="*/ 0 w 885824"/>
              <a:gd name="connsiteY6" fmla="*/ 746730 h 746730"/>
              <a:gd name="connsiteX7" fmla="*/ 0 w 885824"/>
              <a:gd name="connsiteY7" fmla="*/ 395767 h 746730"/>
              <a:gd name="connsiteX8" fmla="*/ 0 w 885824"/>
              <a:gd name="connsiteY8" fmla="*/ 0 h 7467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85824" h="746730" fill="none" extrusionOk="0">
                <a:moveTo>
                  <a:pt x="0" y="0"/>
                </a:moveTo>
                <a:cubicBezTo>
                  <a:pt x="168085" y="-42253"/>
                  <a:pt x="249990" y="39514"/>
                  <a:pt x="460628" y="0"/>
                </a:cubicBezTo>
                <a:cubicBezTo>
                  <a:pt x="671266" y="-39514"/>
                  <a:pt x="677362" y="7846"/>
                  <a:pt x="885824" y="0"/>
                </a:cubicBezTo>
                <a:cubicBezTo>
                  <a:pt x="900545" y="81763"/>
                  <a:pt x="841552" y="202819"/>
                  <a:pt x="885824" y="373365"/>
                </a:cubicBezTo>
                <a:cubicBezTo>
                  <a:pt x="930096" y="543911"/>
                  <a:pt x="862275" y="671061"/>
                  <a:pt x="885824" y="746730"/>
                </a:cubicBezTo>
                <a:cubicBezTo>
                  <a:pt x="745529" y="768794"/>
                  <a:pt x="608292" y="744775"/>
                  <a:pt x="460628" y="746730"/>
                </a:cubicBezTo>
                <a:cubicBezTo>
                  <a:pt x="312964" y="748685"/>
                  <a:pt x="166811" y="718027"/>
                  <a:pt x="0" y="746730"/>
                </a:cubicBezTo>
                <a:cubicBezTo>
                  <a:pt x="-36091" y="667029"/>
                  <a:pt x="18972" y="536343"/>
                  <a:pt x="0" y="395767"/>
                </a:cubicBezTo>
                <a:cubicBezTo>
                  <a:pt x="-18972" y="255191"/>
                  <a:pt x="14008" y="191470"/>
                  <a:pt x="0" y="0"/>
                </a:cubicBezTo>
                <a:close/>
              </a:path>
              <a:path w="885824" h="746730" stroke="0" extrusionOk="0">
                <a:moveTo>
                  <a:pt x="0" y="0"/>
                </a:moveTo>
                <a:cubicBezTo>
                  <a:pt x="125706" y="-29187"/>
                  <a:pt x="310446" y="4054"/>
                  <a:pt x="416337" y="0"/>
                </a:cubicBezTo>
                <a:cubicBezTo>
                  <a:pt x="522228" y="-4054"/>
                  <a:pt x="701959" y="50319"/>
                  <a:pt x="885824" y="0"/>
                </a:cubicBezTo>
                <a:cubicBezTo>
                  <a:pt x="890062" y="143077"/>
                  <a:pt x="874592" y="251765"/>
                  <a:pt x="885824" y="373365"/>
                </a:cubicBezTo>
                <a:cubicBezTo>
                  <a:pt x="897056" y="494966"/>
                  <a:pt x="868375" y="621332"/>
                  <a:pt x="885824" y="746730"/>
                </a:cubicBezTo>
                <a:cubicBezTo>
                  <a:pt x="709633" y="783547"/>
                  <a:pt x="669551" y="711165"/>
                  <a:pt x="460628" y="746730"/>
                </a:cubicBezTo>
                <a:cubicBezTo>
                  <a:pt x="251705" y="782295"/>
                  <a:pt x="156991" y="718856"/>
                  <a:pt x="0" y="746730"/>
                </a:cubicBezTo>
                <a:cubicBezTo>
                  <a:pt x="-31464" y="620880"/>
                  <a:pt x="8222" y="548883"/>
                  <a:pt x="0" y="380832"/>
                </a:cubicBezTo>
                <a:cubicBezTo>
                  <a:pt x="-8222" y="212781"/>
                  <a:pt x="42045" y="164636"/>
                  <a:pt x="0" y="0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extLst>
              <a:ext uri="{C807C97D-BFC1-408E-A445-0C87EB9F89A2}">
                <ask:lineSketchStyleProps xmlns:ask="http://schemas.microsoft.com/office/drawing/2018/sketchyshapes" sd="1928154157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 dirty="0"/>
          </a:p>
        </p:txBody>
      </p:sp>
      <p:sp>
        <p:nvSpPr>
          <p:cNvPr id="253" name="TextBox 252">
            <a:extLst>
              <a:ext uri="{FF2B5EF4-FFF2-40B4-BE49-F238E27FC236}">
                <a16:creationId xmlns:a16="http://schemas.microsoft.com/office/drawing/2014/main" id="{52D6C401-3F3B-8DD2-C2A0-9A98E1124A22}"/>
              </a:ext>
            </a:extLst>
          </p:cNvPr>
          <p:cNvSpPr txBox="1"/>
          <p:nvPr/>
        </p:nvSpPr>
        <p:spPr>
          <a:xfrm>
            <a:off x="4461991" y="3456010"/>
            <a:ext cx="7058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0070C0"/>
                </a:solidFill>
              </a:rPr>
              <a:t>1/3 data</a:t>
            </a:r>
            <a:endParaRPr lang="en-DE" dirty="0">
              <a:solidFill>
                <a:srgbClr val="0070C0"/>
              </a:solidFill>
            </a:endParaRPr>
          </a:p>
        </p:txBody>
      </p:sp>
      <p:sp>
        <p:nvSpPr>
          <p:cNvPr id="265" name="Rectangle 264">
            <a:extLst>
              <a:ext uri="{FF2B5EF4-FFF2-40B4-BE49-F238E27FC236}">
                <a16:creationId xmlns:a16="http://schemas.microsoft.com/office/drawing/2014/main" id="{B08A0B1A-6A6B-76BA-EB63-B8C355D7A165}"/>
              </a:ext>
            </a:extLst>
          </p:cNvPr>
          <p:cNvSpPr/>
          <p:nvPr/>
        </p:nvSpPr>
        <p:spPr>
          <a:xfrm>
            <a:off x="7552972" y="3307377"/>
            <a:ext cx="885824" cy="746730"/>
          </a:xfrm>
          <a:custGeom>
            <a:avLst/>
            <a:gdLst>
              <a:gd name="connsiteX0" fmla="*/ 0 w 885824"/>
              <a:gd name="connsiteY0" fmla="*/ 0 h 746730"/>
              <a:gd name="connsiteX1" fmla="*/ 460628 w 885824"/>
              <a:gd name="connsiteY1" fmla="*/ 0 h 746730"/>
              <a:gd name="connsiteX2" fmla="*/ 885824 w 885824"/>
              <a:gd name="connsiteY2" fmla="*/ 0 h 746730"/>
              <a:gd name="connsiteX3" fmla="*/ 885824 w 885824"/>
              <a:gd name="connsiteY3" fmla="*/ 373365 h 746730"/>
              <a:gd name="connsiteX4" fmla="*/ 885824 w 885824"/>
              <a:gd name="connsiteY4" fmla="*/ 746730 h 746730"/>
              <a:gd name="connsiteX5" fmla="*/ 460628 w 885824"/>
              <a:gd name="connsiteY5" fmla="*/ 746730 h 746730"/>
              <a:gd name="connsiteX6" fmla="*/ 0 w 885824"/>
              <a:gd name="connsiteY6" fmla="*/ 746730 h 746730"/>
              <a:gd name="connsiteX7" fmla="*/ 0 w 885824"/>
              <a:gd name="connsiteY7" fmla="*/ 395767 h 746730"/>
              <a:gd name="connsiteX8" fmla="*/ 0 w 885824"/>
              <a:gd name="connsiteY8" fmla="*/ 0 h 7467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85824" h="746730" fill="none" extrusionOk="0">
                <a:moveTo>
                  <a:pt x="0" y="0"/>
                </a:moveTo>
                <a:cubicBezTo>
                  <a:pt x="168085" y="-42253"/>
                  <a:pt x="249990" y="39514"/>
                  <a:pt x="460628" y="0"/>
                </a:cubicBezTo>
                <a:cubicBezTo>
                  <a:pt x="671266" y="-39514"/>
                  <a:pt x="677362" y="7846"/>
                  <a:pt x="885824" y="0"/>
                </a:cubicBezTo>
                <a:cubicBezTo>
                  <a:pt x="900545" y="81763"/>
                  <a:pt x="841552" y="202819"/>
                  <a:pt x="885824" y="373365"/>
                </a:cubicBezTo>
                <a:cubicBezTo>
                  <a:pt x="930096" y="543911"/>
                  <a:pt x="862275" y="671061"/>
                  <a:pt x="885824" y="746730"/>
                </a:cubicBezTo>
                <a:cubicBezTo>
                  <a:pt x="745529" y="768794"/>
                  <a:pt x="608292" y="744775"/>
                  <a:pt x="460628" y="746730"/>
                </a:cubicBezTo>
                <a:cubicBezTo>
                  <a:pt x="312964" y="748685"/>
                  <a:pt x="166811" y="718027"/>
                  <a:pt x="0" y="746730"/>
                </a:cubicBezTo>
                <a:cubicBezTo>
                  <a:pt x="-36091" y="667029"/>
                  <a:pt x="18972" y="536343"/>
                  <a:pt x="0" y="395767"/>
                </a:cubicBezTo>
                <a:cubicBezTo>
                  <a:pt x="-18972" y="255191"/>
                  <a:pt x="14008" y="191470"/>
                  <a:pt x="0" y="0"/>
                </a:cubicBezTo>
                <a:close/>
              </a:path>
              <a:path w="885824" h="746730" stroke="0" extrusionOk="0">
                <a:moveTo>
                  <a:pt x="0" y="0"/>
                </a:moveTo>
                <a:cubicBezTo>
                  <a:pt x="125706" y="-29187"/>
                  <a:pt x="310446" y="4054"/>
                  <a:pt x="416337" y="0"/>
                </a:cubicBezTo>
                <a:cubicBezTo>
                  <a:pt x="522228" y="-4054"/>
                  <a:pt x="701959" y="50319"/>
                  <a:pt x="885824" y="0"/>
                </a:cubicBezTo>
                <a:cubicBezTo>
                  <a:pt x="890062" y="143077"/>
                  <a:pt x="874592" y="251765"/>
                  <a:pt x="885824" y="373365"/>
                </a:cubicBezTo>
                <a:cubicBezTo>
                  <a:pt x="897056" y="494966"/>
                  <a:pt x="868375" y="621332"/>
                  <a:pt x="885824" y="746730"/>
                </a:cubicBezTo>
                <a:cubicBezTo>
                  <a:pt x="709633" y="783547"/>
                  <a:pt x="669551" y="711165"/>
                  <a:pt x="460628" y="746730"/>
                </a:cubicBezTo>
                <a:cubicBezTo>
                  <a:pt x="251705" y="782295"/>
                  <a:pt x="156991" y="718856"/>
                  <a:pt x="0" y="746730"/>
                </a:cubicBezTo>
                <a:cubicBezTo>
                  <a:pt x="-31464" y="620880"/>
                  <a:pt x="8222" y="548883"/>
                  <a:pt x="0" y="380832"/>
                </a:cubicBezTo>
                <a:cubicBezTo>
                  <a:pt x="-8222" y="212781"/>
                  <a:pt x="42045" y="164636"/>
                  <a:pt x="0" y="0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extLst>
              <a:ext uri="{C807C97D-BFC1-408E-A445-0C87EB9F89A2}">
                <ask:lineSketchStyleProps xmlns:ask="http://schemas.microsoft.com/office/drawing/2018/sketchyshapes" sd="1928154157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 dirty="0"/>
          </a:p>
        </p:txBody>
      </p:sp>
      <p:sp>
        <p:nvSpPr>
          <p:cNvPr id="266" name="TextBox 265">
            <a:extLst>
              <a:ext uri="{FF2B5EF4-FFF2-40B4-BE49-F238E27FC236}">
                <a16:creationId xmlns:a16="http://schemas.microsoft.com/office/drawing/2014/main" id="{DF1D7849-F046-9FA2-665D-E1D6B4D2028E}"/>
              </a:ext>
            </a:extLst>
          </p:cNvPr>
          <p:cNvSpPr txBox="1"/>
          <p:nvPr/>
        </p:nvSpPr>
        <p:spPr>
          <a:xfrm>
            <a:off x="7642979" y="3419918"/>
            <a:ext cx="7058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0070C0"/>
                </a:solidFill>
              </a:rPr>
              <a:t>1/3 data</a:t>
            </a:r>
            <a:endParaRPr lang="en-DE" dirty="0">
              <a:solidFill>
                <a:srgbClr val="0070C0"/>
              </a:solidFill>
            </a:endParaRPr>
          </a:p>
        </p:txBody>
      </p:sp>
      <p:cxnSp>
        <p:nvCxnSpPr>
          <p:cNvPr id="314" name="Connector: Elbow 313">
            <a:extLst>
              <a:ext uri="{FF2B5EF4-FFF2-40B4-BE49-F238E27FC236}">
                <a16:creationId xmlns:a16="http://schemas.microsoft.com/office/drawing/2014/main" id="{A9615FE7-2A86-0B8E-8A8C-6B18CAA14A7D}"/>
              </a:ext>
            </a:extLst>
          </p:cNvPr>
          <p:cNvCxnSpPr>
            <a:cxnSpLocks/>
            <a:stCxn id="159" idx="3"/>
            <a:endCxn id="283" idx="3"/>
          </p:cNvCxnSpPr>
          <p:nvPr/>
        </p:nvCxnSpPr>
        <p:spPr>
          <a:xfrm rot="5400000" flipH="1" flipV="1">
            <a:off x="4998494" y="68803"/>
            <a:ext cx="3256689" cy="8175480"/>
          </a:xfrm>
          <a:prstGeom prst="bentConnector3">
            <a:avLst>
              <a:gd name="adj1" fmla="val -12576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6" name="Connector: Elbow 315">
            <a:extLst>
              <a:ext uri="{FF2B5EF4-FFF2-40B4-BE49-F238E27FC236}">
                <a16:creationId xmlns:a16="http://schemas.microsoft.com/office/drawing/2014/main" id="{061E580A-CAB2-AEEC-6411-8C5EC3D2BF65}"/>
              </a:ext>
            </a:extLst>
          </p:cNvPr>
          <p:cNvCxnSpPr>
            <a:cxnSpLocks/>
            <a:stCxn id="259" idx="3"/>
            <a:endCxn id="283" idx="3"/>
          </p:cNvCxnSpPr>
          <p:nvPr/>
        </p:nvCxnSpPr>
        <p:spPr>
          <a:xfrm rot="5400000" flipH="1" flipV="1">
            <a:off x="6589794" y="1660103"/>
            <a:ext cx="3256689" cy="4992880"/>
          </a:xfrm>
          <a:prstGeom prst="bentConnector3">
            <a:avLst>
              <a:gd name="adj1" fmla="val -12576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9" name="Connector: Elbow 318">
            <a:extLst>
              <a:ext uri="{FF2B5EF4-FFF2-40B4-BE49-F238E27FC236}">
                <a16:creationId xmlns:a16="http://schemas.microsoft.com/office/drawing/2014/main" id="{76ED7A03-B469-D738-7938-73F9F2004D30}"/>
              </a:ext>
            </a:extLst>
          </p:cNvPr>
          <p:cNvCxnSpPr>
            <a:cxnSpLocks/>
            <a:stCxn id="272" idx="3"/>
            <a:endCxn id="283" idx="3"/>
          </p:cNvCxnSpPr>
          <p:nvPr/>
        </p:nvCxnSpPr>
        <p:spPr>
          <a:xfrm rot="5400000" flipH="1" flipV="1">
            <a:off x="8198334" y="3232551"/>
            <a:ext cx="3220597" cy="1811892"/>
          </a:xfrm>
          <a:prstGeom prst="bentConnector3">
            <a:avLst>
              <a:gd name="adj1" fmla="val -139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94" name="Picture 393">
            <a:extLst>
              <a:ext uri="{FF2B5EF4-FFF2-40B4-BE49-F238E27FC236}">
                <a16:creationId xmlns:a16="http://schemas.microsoft.com/office/drawing/2014/main" id="{5E69D0E6-FECA-1B98-0247-FBE186EF3DB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479677" y="172286"/>
            <a:ext cx="10943268" cy="6303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68905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236</Words>
  <Application>Microsoft Office PowerPoint</Application>
  <PresentationFormat>Widescreen</PresentationFormat>
  <Paragraphs>89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Aptos</vt:lpstr>
      <vt:lpstr>Aptos Display</vt:lpstr>
      <vt:lpstr>Arial</vt:lpstr>
      <vt:lpstr>Ink Free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Fu-Sung Kim-Benjamin Tang</dc:creator>
  <cp:lastModifiedBy>Kim Tang</cp:lastModifiedBy>
  <cp:revision>5</cp:revision>
  <dcterms:created xsi:type="dcterms:W3CDTF">2024-10-25T11:26:05Z</dcterms:created>
  <dcterms:modified xsi:type="dcterms:W3CDTF">2024-10-25T15:29:21Z</dcterms:modified>
</cp:coreProperties>
</file>